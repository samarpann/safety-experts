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Default Extension="wdp" ContentType="image/vnd.ms-photo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61" r:id="rId2"/>
    <p:sldId id="307" r:id="rId3"/>
    <p:sldId id="308" r:id="rId4"/>
    <p:sldId id="309" r:id="rId5"/>
    <p:sldId id="310" r:id="rId6"/>
    <p:sldId id="311" r:id="rId7"/>
    <p:sldId id="312" r:id="rId8"/>
    <p:sldId id="314" r:id="rId9"/>
    <p:sldId id="316" r:id="rId10"/>
    <p:sldId id="317" r:id="rId11"/>
    <p:sldId id="318" r:id="rId12"/>
    <p:sldId id="319" r:id="rId13"/>
    <p:sldId id="320" r:id="rId14"/>
    <p:sldId id="321" r:id="rId15"/>
    <p:sldId id="263" r:id="rId16"/>
    <p:sldId id="325" r:id="rId17"/>
    <p:sldId id="326" r:id="rId18"/>
    <p:sldId id="327" r:id="rId19"/>
    <p:sldId id="328" r:id="rId20"/>
    <p:sldId id="329" r:id="rId21"/>
    <p:sldId id="330" r:id="rId22"/>
    <p:sldId id="332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288" r:id="rId35"/>
    <p:sldId id="264" r:id="rId36"/>
    <p:sldId id="265" r:id="rId37"/>
    <p:sldId id="266" r:id="rId38"/>
    <p:sldId id="267" r:id="rId39"/>
    <p:sldId id="268" r:id="rId40"/>
    <p:sldId id="271" r:id="rId41"/>
    <p:sldId id="273" r:id="rId42"/>
    <p:sldId id="274" r:id="rId43"/>
    <p:sldId id="275" r:id="rId44"/>
    <p:sldId id="276" r:id="rId45"/>
    <p:sldId id="277" r:id="rId46"/>
    <p:sldId id="278" r:id="rId47"/>
    <p:sldId id="283" r:id="rId48"/>
    <p:sldId id="279" r:id="rId49"/>
    <p:sldId id="284" r:id="rId50"/>
    <p:sldId id="280" r:id="rId51"/>
    <p:sldId id="285" r:id="rId52"/>
    <p:sldId id="286" r:id="rId53"/>
    <p:sldId id="281" r:id="rId54"/>
    <p:sldId id="304" r:id="rId55"/>
    <p:sldId id="303" r:id="rId56"/>
    <p:sldId id="335" r:id="rId57"/>
    <p:sldId id="336" r:id="rId58"/>
    <p:sldId id="337" r:id="rId59"/>
    <p:sldId id="338" r:id="rId60"/>
    <p:sldId id="339" r:id="rId61"/>
    <p:sldId id="340" r:id="rId62"/>
    <p:sldId id="345" r:id="rId63"/>
    <p:sldId id="342" r:id="rId64"/>
    <p:sldId id="343" r:id="rId65"/>
    <p:sldId id="344" r:id="rId6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74FB8-1FEB-4FE2-A1A8-785B14103C14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275" y="4722813"/>
            <a:ext cx="5408613" cy="4473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4B31C-DC9A-48DB-88DA-B103BA48E2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38121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E69E80-3D8B-4F2A-908F-824D555D499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37092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2.wav"/><Relationship Id="rId7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5.wav"/><Relationship Id="rId5" Type="http://schemas.openxmlformats.org/officeDocument/2006/relationships/audio" Target="../media/audio4.wav"/><Relationship Id="rId10" Type="http://schemas.openxmlformats.org/officeDocument/2006/relationships/image" Target="../media/image4.png"/><Relationship Id="rId4" Type="http://schemas.openxmlformats.org/officeDocument/2006/relationships/audio" Target="../media/audio3.wav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microsoft.com/office/2007/relationships/hdphoto" Target="../media/hdphoto1.wdp"/><Relationship Id="rId4" Type="http://schemas.openxmlformats.org/officeDocument/2006/relationships/audio" Target="../media/audio4.wav"/><Relationship Id="rId9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2.wav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microsoft.com/office/2007/relationships/hdphoto" Target="../media/hdphoto2.wdp"/><Relationship Id="rId4" Type="http://schemas.openxmlformats.org/officeDocument/2006/relationships/audio" Target="../media/audio4.wav"/><Relationship Id="rId9" Type="http://schemas.openxmlformats.org/officeDocument/2006/relationships/image" Target="../media/image27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microsoft.com/office/2007/relationships/hdphoto" Target="../media/hdphoto3.wdp"/><Relationship Id="rId4" Type="http://schemas.openxmlformats.org/officeDocument/2006/relationships/audio" Target="../media/audio4.wav"/><Relationship Id="rId9" Type="http://schemas.openxmlformats.org/officeDocument/2006/relationships/image" Target="../media/image28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microsoft.com/office/2007/relationships/hdphoto" Target="../media/hdphoto4.wdp"/><Relationship Id="rId4" Type="http://schemas.openxmlformats.org/officeDocument/2006/relationships/audio" Target="../media/audio4.wav"/><Relationship Id="rId9" Type="http://schemas.openxmlformats.org/officeDocument/2006/relationships/image" Target="../media/image29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microsoft.com/office/2007/relationships/hdphoto" Target="../media/hdphoto5.wdp"/><Relationship Id="rId4" Type="http://schemas.openxmlformats.org/officeDocument/2006/relationships/audio" Target="../media/audio4.wav"/><Relationship Id="rId9" Type="http://schemas.openxmlformats.org/officeDocument/2006/relationships/image" Target="../media/image30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microsoft.com/office/2007/relationships/hdphoto" Target="../media/hdphoto6.wdp"/><Relationship Id="rId4" Type="http://schemas.openxmlformats.org/officeDocument/2006/relationships/audio" Target="../media/audio4.wav"/><Relationship Id="rId9" Type="http://schemas.openxmlformats.org/officeDocument/2006/relationships/image" Target="../media/image31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microsoft.com/office/2007/relationships/hdphoto" Target="../media/hdphoto7.wdp"/><Relationship Id="rId4" Type="http://schemas.openxmlformats.org/officeDocument/2006/relationships/audio" Target="../media/audio4.wav"/><Relationship Id="rId9" Type="http://schemas.openxmlformats.org/officeDocument/2006/relationships/image" Target="../media/image32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microsoft.com/office/2007/relationships/hdphoto" Target="../media/hdphoto8.wdp"/><Relationship Id="rId4" Type="http://schemas.openxmlformats.org/officeDocument/2006/relationships/audio" Target="../media/audio4.wav"/><Relationship Id="rId9" Type="http://schemas.openxmlformats.org/officeDocument/2006/relationships/image" Target="../media/image33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microsoft.com/office/2007/relationships/hdphoto" Target="../media/hdphoto9.wdp"/><Relationship Id="rId4" Type="http://schemas.openxmlformats.org/officeDocument/2006/relationships/audio" Target="../media/audio4.wav"/><Relationship Id="rId9" Type="http://schemas.openxmlformats.org/officeDocument/2006/relationships/image" Target="../media/image34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35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microsoft.com/office/2007/relationships/hdphoto" Target="../media/hdphoto10.wdp"/><Relationship Id="rId4" Type="http://schemas.openxmlformats.org/officeDocument/2006/relationships/audio" Target="../media/audio4.wav"/><Relationship Id="rId9" Type="http://schemas.openxmlformats.org/officeDocument/2006/relationships/image" Target="../media/image36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37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openxmlformats.org/officeDocument/2006/relationships/image" Target="cid:image002.jpg@01CF4A75.A28AACE0" TargetMode="External"/><Relationship Id="rId4" Type="http://schemas.openxmlformats.org/officeDocument/2006/relationships/audio" Target="../media/audio4.wav"/><Relationship Id="rId9" Type="http://schemas.openxmlformats.org/officeDocument/2006/relationships/image" Target="../media/image38.jpe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openxmlformats.org/officeDocument/2006/relationships/image" Target="cid:image015.jpg@01CFD0D2.CCBD47A0" TargetMode="External"/><Relationship Id="rId4" Type="http://schemas.openxmlformats.org/officeDocument/2006/relationships/audio" Target="../media/audio4.wav"/><Relationship Id="rId9" Type="http://schemas.openxmlformats.org/officeDocument/2006/relationships/image" Target="../media/image39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openxmlformats.org/officeDocument/2006/relationships/image" Target="cid:image016.jpg@01CFD0D2.CCBD47A0" TargetMode="External"/><Relationship Id="rId4" Type="http://schemas.openxmlformats.org/officeDocument/2006/relationships/audio" Target="../media/audio4.wav"/><Relationship Id="rId9" Type="http://schemas.openxmlformats.org/officeDocument/2006/relationships/image" Target="../media/image40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openxmlformats.org/officeDocument/2006/relationships/image" Target="cid:image017.jpg@01CFD0D2.CCBD47A0" TargetMode="External"/><Relationship Id="rId4" Type="http://schemas.openxmlformats.org/officeDocument/2006/relationships/audio" Target="../media/audio4.wav"/><Relationship Id="rId9" Type="http://schemas.openxmlformats.org/officeDocument/2006/relationships/image" Target="../media/image41.jpe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openxmlformats.org/officeDocument/2006/relationships/image" Target="cid:image018.jpg@01CFD0D2.CCBD47A0" TargetMode="External"/><Relationship Id="rId4" Type="http://schemas.openxmlformats.org/officeDocument/2006/relationships/audio" Target="../media/audio4.wav"/><Relationship Id="rId9" Type="http://schemas.openxmlformats.org/officeDocument/2006/relationships/image" Target="../media/image42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openxmlformats.org/officeDocument/2006/relationships/image" Target="cid:image019.jpg@01CFD0D2.CCBD47A0" TargetMode="External"/><Relationship Id="rId4" Type="http://schemas.openxmlformats.org/officeDocument/2006/relationships/audio" Target="../media/audio4.wav"/><Relationship Id="rId9" Type="http://schemas.openxmlformats.org/officeDocument/2006/relationships/image" Target="../media/image43.jpe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44.jpe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45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46.jpe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47.jpe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48.jpe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49.jpe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0.jpe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1.jpe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2.jpe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3.jpe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4.jpe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openxmlformats.org/officeDocument/2006/relationships/image" Target="../media/image56.jpeg"/><Relationship Id="rId4" Type="http://schemas.openxmlformats.org/officeDocument/2006/relationships/audio" Target="../media/audio4.wav"/><Relationship Id="rId9" Type="http://schemas.openxmlformats.org/officeDocument/2006/relationships/image" Target="../media/image55.jpe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openxmlformats.org/officeDocument/2006/relationships/image" Target="../media/image55.jpeg"/><Relationship Id="rId4" Type="http://schemas.openxmlformats.org/officeDocument/2006/relationships/audio" Target="../media/audio4.wav"/><Relationship Id="rId9" Type="http://schemas.openxmlformats.org/officeDocument/2006/relationships/image" Target="../media/image57.jpe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10" Type="http://schemas.openxmlformats.org/officeDocument/2006/relationships/image" Target="cid:image001.jpg@01D0574B.7C802140" TargetMode="External"/><Relationship Id="rId4" Type="http://schemas.openxmlformats.org/officeDocument/2006/relationships/audio" Target="../media/audio4.wav"/><Relationship Id="rId9" Type="http://schemas.openxmlformats.org/officeDocument/2006/relationships/image" Target="../media/image58.jpe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59.jpe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audio3.wav"/><Relationship Id="rId7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image" Target="../media/image60.jpe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eg"/><Relationship Id="rId3" Type="http://schemas.openxmlformats.org/officeDocument/2006/relationships/audio" Target="../media/audio4.wav"/><Relationship Id="rId7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audio" Target="../media/audio5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1981200" y="3124200"/>
            <a:ext cx="2938531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150616" y="5999202"/>
            <a:ext cx="4636141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3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6541483"/>
            <a:ext cx="6858000" cy="87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6248400" y="3962401"/>
            <a:ext cx="2792908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0999" y="4876800"/>
            <a:ext cx="624840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latin typeface="Copperplate Gothic Bold" pitchFamily="34" charset="0"/>
              </a:rPr>
              <a:t>Safety  House</a:t>
            </a:r>
          </a:p>
          <a:p>
            <a:pPr algn="ctr"/>
            <a:r>
              <a:rPr lang="en-US" sz="1400" b="1" dirty="0" smtClean="0"/>
              <a:t>BS EN ISO 9001 : 2008 CERTIFIED COMPANY</a:t>
            </a:r>
            <a:endParaRPr lang="en-US" sz="1400" b="1" dirty="0">
              <a:latin typeface="Copperplate Gothic Bold" pitchFamily="34" charset="0"/>
            </a:endParaRPr>
          </a:p>
        </p:txBody>
      </p:sp>
      <p:pic>
        <p:nvPicPr>
          <p:cNvPr id="2053" name="Picture 5" descr="E:\Live Grafix Dezine Data\Safety Lockout House\Hasp PNG File.png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6957341" y="228600"/>
            <a:ext cx="2110459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8601" y="348734"/>
            <a:ext cx="6476999" cy="107721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Add: 12/16, 3</a:t>
            </a:r>
            <a:r>
              <a:rPr lang="en-US" sz="1600" b="1" baseline="30000" dirty="0" smtClean="0">
                <a:solidFill>
                  <a:schemeClr val="bg1"/>
                </a:solidFill>
              </a:rPr>
              <a:t>rd</a:t>
            </a:r>
            <a:r>
              <a:rPr lang="en-US" sz="1600" b="1" dirty="0" smtClean="0">
                <a:solidFill>
                  <a:schemeClr val="bg1"/>
                </a:solidFill>
              </a:rPr>
              <a:t> floor, Ashok Nagar, New Delhi-110018 (INDIA)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Ph. : +91 11 2598 1265, M :+91 99996 56979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E-mail : safetyhouse7@gmail.com, safetyhouse7@yahoo.com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TIN No. : 07120419737, PAN No.AZRPK7108B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905000"/>
            <a:ext cx="62703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</a:rPr>
              <a:t>CLIENT : ………………</a:t>
            </a:r>
            <a:endParaRPr lang="en-US" sz="22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05400" y="35052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11" name="Cloud 10"/>
          <p:cNvSpPr/>
          <p:nvPr/>
        </p:nvSpPr>
        <p:spPr>
          <a:xfrm>
            <a:off x="4800600" y="32766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09258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 advClick="0" advTm="2000">
        <p14:prism isInverted="1"/>
      </p:transition>
    </mc:Choice>
    <mc:Fallback>
      <p:transition spd="slow" advClick="0" advTm="2000">
        <p:fade/>
        <p:sndAc>
          <p:stSnd>
            <p:snd r:embed="rId2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9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b="1" dirty="0" smtClean="0"/>
              <a:t>Item code - SH-Waist-Pouch-3P-Kit-1 –- Rs.1,771/- MRP-3,542/-</a:t>
            </a:r>
            <a:endParaRPr lang="en-US" sz="11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OSHA Padlock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</a:t>
            </a:r>
            <a:r>
              <a:rPr lang="en-US" sz="1200" dirty="0"/>
              <a:t>Hasp with </a:t>
            </a:r>
            <a:r>
              <a:rPr lang="en-US" sz="1200" dirty="0" smtClean="0"/>
              <a:t>6 </a:t>
            </a:r>
            <a:r>
              <a:rPr lang="en-US" sz="1200" dirty="0"/>
              <a:t>holes 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</a:t>
            </a:r>
            <a:r>
              <a:rPr lang="en-US" sz="1200" dirty="0"/>
              <a:t>with </a:t>
            </a:r>
            <a:r>
              <a:rPr lang="en-US" sz="1200" dirty="0" smtClean="0"/>
              <a:t>4 holes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6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2" name="Picture 2" descr="D:\safety house\simran\NEW PHOTOS\small\lockout belt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05399" y="1981200"/>
            <a:ext cx="3581400" cy="3882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14180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529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SH-Waist-Pouch-3P-Kit-2 – Rs.1,690/- MRP-3,380/-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5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9218" name="Picture 2" descr="D:\safety house\simran\NEW PHOTOS\6 (2)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026217"/>
            <a:ext cx="4267200" cy="330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06734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529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SH-Waist-Pouch-3P-Kit-3 – Rs.1,105/- MRP-2,210/-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42" name="Picture 2" descr="D:\safety house\simran\NEW PHOTOS\7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05399" y="1828800"/>
            <a:ext cx="3733664" cy="368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2875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SH-Red-Bag-Kit-1 – Rs.1,870/- MRP-3,740/-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OSHA Padlock with extra long shackle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</a:t>
            </a:r>
            <a:r>
              <a:rPr lang="en-US" sz="1200" dirty="0"/>
              <a:t>Hasp with </a:t>
            </a:r>
            <a:r>
              <a:rPr lang="en-US" sz="1200" dirty="0" smtClean="0"/>
              <a:t>6 </a:t>
            </a:r>
            <a:r>
              <a:rPr lang="en-US" sz="1200" dirty="0"/>
              <a:t>holes 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Top Cable Lockout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  <a:endParaRPr lang="en-US" sz="1200" dirty="0"/>
          </a:p>
        </p:txBody>
      </p:sp>
      <p:pic>
        <p:nvPicPr>
          <p:cNvPr id="2050" name="Picture 2" descr="D:\safety house\simran\NEW PHOTOS\small\red bag kit 1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905000"/>
            <a:ext cx="3600089" cy="422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48955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SH-Red-Bag-Kit-2 – </a:t>
            </a:r>
            <a:r>
              <a:rPr lang="en-US" sz="1200" b="1" dirty="0" err="1" smtClean="0"/>
              <a:t>Rs</a:t>
            </a:r>
            <a:r>
              <a:rPr lang="en-US" sz="1200" b="1" dirty="0" smtClean="0"/>
              <a:t>. 1,550/- MRP-3,100/-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</a:t>
            </a:r>
            <a:r>
              <a:rPr lang="en-US" sz="1200" dirty="0"/>
              <a:t>Hasp with </a:t>
            </a:r>
            <a:r>
              <a:rPr lang="en-US" sz="1200" dirty="0" smtClean="0"/>
              <a:t>4 holes </a:t>
            </a:r>
            <a:r>
              <a:rPr lang="en-US" sz="1200" dirty="0"/>
              <a:t>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Lockout – 2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- 4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</a:t>
            </a:r>
            <a:endParaRPr lang="en-US" sz="1200" dirty="0"/>
          </a:p>
        </p:txBody>
      </p:sp>
      <p:pic>
        <p:nvPicPr>
          <p:cNvPr id="3074" name="Picture 2" descr="D:\safety house\simran\NEW PHOTOS\small\red bag kit 2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05399" y="1600200"/>
            <a:ext cx="3314700" cy="442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06875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SH-Red-Bag-Kit-3 – </a:t>
            </a:r>
            <a:r>
              <a:rPr lang="en-US" sz="1200" b="1" dirty="0" err="1" smtClean="0"/>
              <a:t>Rs</a:t>
            </a:r>
            <a:r>
              <a:rPr lang="en-US" sz="1200" b="1" dirty="0" smtClean="0"/>
              <a:t>. 1,726/- MRP-3,500/-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</a:t>
            </a:r>
            <a:r>
              <a:rPr lang="en-US" sz="1200" dirty="0"/>
              <a:t>Hasp with </a:t>
            </a:r>
            <a:r>
              <a:rPr lang="en-US" sz="1200" dirty="0" smtClean="0"/>
              <a:t>4 holes </a:t>
            </a:r>
            <a:r>
              <a:rPr lang="en-US" sz="1200" dirty="0"/>
              <a:t>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Lockout – 2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- 4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</a:t>
            </a:r>
            <a:r>
              <a:rPr lang="en-US" sz="1200" dirty="0"/>
              <a:t>t</a:t>
            </a:r>
            <a:r>
              <a:rPr lang="en-US" sz="1200" dirty="0" smtClean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Type Lockout -1 pc</a:t>
            </a:r>
            <a:endParaRPr lang="en-US" sz="1200" dirty="0"/>
          </a:p>
        </p:txBody>
      </p:sp>
      <p:pic>
        <p:nvPicPr>
          <p:cNvPr id="12291" name="Picture 3" descr="D:\safety house\simran\NEW PHOTOS\small\red bag 1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81601" y="1664732"/>
            <a:ext cx="3556000" cy="4171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01116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SH-Red-Bag-Kit-4 – Rs.1,420/- MRP-2,840/-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6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  <a:endParaRPr lang="en-US" sz="1200" dirty="0"/>
          </a:p>
        </p:txBody>
      </p:sp>
      <p:pic>
        <p:nvPicPr>
          <p:cNvPr id="5122" name="Picture 2" descr="D:\safety house\simran\NEW PHOTOS\small\red bag kit 3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05399" y="1752600"/>
            <a:ext cx="3441701" cy="399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4356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SH-Red-Bag-Kit-6 – </a:t>
            </a:r>
            <a:r>
              <a:rPr lang="en-US" sz="1200" b="1" dirty="0" err="1" smtClean="0"/>
              <a:t>Rs</a:t>
            </a:r>
            <a:r>
              <a:rPr lang="en-US" sz="1200" b="1" dirty="0" smtClean="0"/>
              <a:t>. 2,023/- MRP-4,046/-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Top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2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Plug Lockout – </a:t>
            </a:r>
            <a:r>
              <a:rPr lang="en-US" sz="1200" dirty="0" smtClean="0"/>
              <a:t>Small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Large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Gate Valve Lockout – 25-63.5mm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4338" name="Picture 2" descr="D:\safety house\simran\NEW PHOTOS\8 (2)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7424" t="3854" r="4647"/>
          <a:stretch/>
        </p:blipFill>
        <p:spPr bwMode="auto">
          <a:xfrm>
            <a:off x="4650652" y="1697388"/>
            <a:ext cx="4103824" cy="363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05045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SH-Yellow-Bag-Kit-1 – Rs.1,192/- MRP-Rs.2,384/-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Yellow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6146" name="Picture 2" descr="D:\safety house\simran\NEW PHOTOS\small\yellow bag kit 1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828800"/>
            <a:ext cx="3708400" cy="389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8447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SH-Yellow-Bag-Kit-2 – Rs.1,762/- MRP-3,524/-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Yellow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OSHA Padlock with extra long shackle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Scissor Cable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Top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MCB Lockout different models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MCCB Lockout – 1 pc</a:t>
            </a:r>
          </a:p>
        </p:txBody>
      </p:sp>
      <p:pic>
        <p:nvPicPr>
          <p:cNvPr id="7170" name="Picture 2" descr="D:\safety house\simran\NEW PHOTOS\small\yellow bag kit 3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38270" y="1765307"/>
            <a:ext cx="3479800" cy="4241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4793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SH-Yellow-Bag-Kit-3 – Rs.1,627/- MRP-3,254/-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Yellow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10 </a:t>
            </a:r>
            <a:r>
              <a:rPr lang="en-US" sz="1200" dirty="0" smtClean="0"/>
              <a:t>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</a:t>
            </a:r>
            <a:r>
              <a:rPr lang="en-US" sz="1200" dirty="0" smtClean="0"/>
              <a:t>Padlock long and regular shackle </a:t>
            </a:r>
            <a:r>
              <a:rPr lang="en-US" sz="1200" dirty="0"/>
              <a:t>– </a:t>
            </a:r>
            <a:r>
              <a:rPr lang="en-US" sz="1200" dirty="0" smtClean="0"/>
              <a:t>4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Scissor Cable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</a:t>
            </a:r>
            <a:r>
              <a:rPr lang="en-US" sz="1200" dirty="0"/>
              <a:t>– </a:t>
            </a:r>
            <a:r>
              <a:rPr lang="en-US" sz="1200" dirty="0" smtClean="0"/>
              <a:t>2 pcs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MCB Lockout different models – </a:t>
            </a:r>
            <a:r>
              <a:rPr lang="en-US" sz="1200" dirty="0" smtClean="0"/>
              <a:t>5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MCCB Lockout 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pic>
        <p:nvPicPr>
          <p:cNvPr id="8194" name="Picture 2" descr="D:\safety house\simran\NEW PHOTOS\2 (2)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93042" y="1981200"/>
            <a:ext cx="3881946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1157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SH-Black-WP-Kit-1 – Rs.1,663/- MRP-Rs.3,326/-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10 </a:t>
            </a:r>
            <a:r>
              <a:rPr lang="en-US" sz="1200" dirty="0" smtClean="0"/>
              <a:t>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</a:t>
            </a:r>
            <a:r>
              <a:rPr lang="en-US" sz="1200" dirty="0" smtClean="0"/>
              <a:t>Padlock long and regular shackle </a:t>
            </a:r>
            <a:r>
              <a:rPr lang="en-US" sz="1200" dirty="0"/>
              <a:t>– </a:t>
            </a:r>
            <a:r>
              <a:rPr lang="en-US" sz="1200" dirty="0" smtClean="0"/>
              <a:t>5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</a:t>
            </a:r>
            <a:r>
              <a:rPr lang="en-US" sz="1200" dirty="0"/>
              <a:t>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Scissor Cable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</a:t>
            </a:r>
            <a:r>
              <a:rPr lang="en-US" sz="1200" dirty="0"/>
              <a:t>Lockout different models – </a:t>
            </a:r>
            <a:r>
              <a:rPr lang="en-US" sz="1200" dirty="0" smtClean="0"/>
              <a:t>7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pic>
        <p:nvPicPr>
          <p:cNvPr id="18434" name="Picture 2" descr="D:\safety house\simran\NEW PHOTOS\9 (2)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21487" y="1940540"/>
            <a:ext cx="3800288" cy="316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4042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SH-Black-WP-Kit-2- </a:t>
            </a:r>
            <a:r>
              <a:rPr lang="en-US" sz="1200" b="1" dirty="0" err="1" smtClean="0"/>
              <a:t>Rs</a:t>
            </a:r>
            <a:r>
              <a:rPr lang="en-US" sz="1200" b="1" dirty="0" smtClean="0"/>
              <a:t>. 912/- MRP- 1,824/-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</a:t>
            </a:r>
            <a:r>
              <a:rPr lang="en-US" sz="1200" dirty="0" smtClean="0"/>
              <a:t>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long and regular shackle </a:t>
            </a:r>
            <a:r>
              <a:rPr lang="en-US" sz="1200" dirty="0"/>
              <a:t>– 3</a:t>
            </a:r>
            <a:r>
              <a:rPr lang="en-US" sz="1200" dirty="0" smtClean="0"/>
              <a:t>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 with 6 holes – </a:t>
            </a:r>
            <a:r>
              <a:rPr lang="en-US" sz="1200" dirty="0"/>
              <a:t>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</a:t>
            </a:r>
            <a:r>
              <a:rPr lang="en-US" sz="1200" dirty="0"/>
              <a:t>Lockout different models – </a:t>
            </a:r>
            <a:r>
              <a:rPr lang="en-US" sz="1200" dirty="0" smtClean="0"/>
              <a:t>2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</a:t>
            </a:r>
            <a:r>
              <a:rPr lang="en-US" sz="1200" dirty="0"/>
              <a:t>5</a:t>
            </a:r>
            <a:r>
              <a:rPr lang="en-US" sz="1200" dirty="0" smtClean="0"/>
              <a:t> pcs</a:t>
            </a:r>
            <a:endParaRPr lang="en-US" sz="1200" dirty="0"/>
          </a:p>
        </p:txBody>
      </p:sp>
      <p:pic>
        <p:nvPicPr>
          <p:cNvPr id="19458" name="Picture 2" descr="D:\safety house\simran\NEW PHOTOS\25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73889" y="1782861"/>
            <a:ext cx="3048000" cy="425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42017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SH-Red Pouch Kit – Rs.1485/- MRP – Rs.3712/-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3849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OSHA Padlock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6" name="Picture 2" descr="D:\cam photos\new photos\kits\ammended\IMG_20151226_162043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90270" y="1984917"/>
            <a:ext cx="2897459" cy="29225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04800" y="1143000"/>
            <a:ext cx="39624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SH-ELEC-CABLE-KIT – Rs.2660/- MRP – 5320/-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Red Bag  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yellow red  color  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MUCB Yellow lockout –  </a:t>
            </a:r>
            <a:r>
              <a:rPr lang="en-US" sz="1400" dirty="0"/>
              <a:t>1</a:t>
            </a:r>
            <a:r>
              <a:rPr lang="en-US" sz="1400" dirty="0" smtClean="0"/>
              <a:t>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H</a:t>
            </a:r>
            <a:r>
              <a:rPr lang="en-US" sz="1400" dirty="0"/>
              <a:t>andle Lockout – </a:t>
            </a:r>
            <a:r>
              <a:rPr lang="en-US" sz="1400" dirty="0" smtClean="0"/>
              <a:t>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Big Multipurpose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Rack cover lockout – 1 pc  </a:t>
            </a:r>
          </a:p>
        </p:txBody>
      </p:sp>
      <p:pic>
        <p:nvPicPr>
          <p:cNvPr id="4098" name="Picture 2" descr="D:\JYOTI ACCOUNTS\JYOTI\02.01.2017\kit7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56352" y="1628745"/>
            <a:ext cx="4330448" cy="3933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96306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228599" y="1350526"/>
            <a:ext cx="480060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– Yellow Electrical Kit Small – 1 – Rs.1248/-  MRP – </a:t>
            </a:r>
            <a:r>
              <a:rPr lang="en-US" sz="1200" b="1" dirty="0" err="1" smtClean="0"/>
              <a:t>Rs</a:t>
            </a:r>
            <a:r>
              <a:rPr lang="en-US" sz="1200" b="1" dirty="0" smtClean="0"/>
              <a:t>. 2496/-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599" y="1731526"/>
            <a:ext cx="4267201" cy="20313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3 Pc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small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Rackout</a:t>
            </a:r>
            <a:r>
              <a:rPr lang="en-US" sz="1400" dirty="0" smtClean="0"/>
              <a:t> Cover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 cable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Universal Circuit Breaker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6 hole hasp – 1 pc </a:t>
            </a:r>
          </a:p>
        </p:txBody>
      </p:sp>
      <p:pic>
        <p:nvPicPr>
          <p:cNvPr id="3074" name="Picture 2" descr="D:\JYOTI ACCOUNTS\JYOTI\KIT File\10-11-2016\kit1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035661"/>
            <a:ext cx="3251745" cy="314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5577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04800" y="1237595"/>
            <a:ext cx="46482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– Yellow Electrical Kit Small – 2 – </a:t>
            </a:r>
            <a:r>
              <a:rPr lang="en-US" sz="1200" b="1" dirty="0" err="1" smtClean="0"/>
              <a:t>Rs</a:t>
            </a:r>
            <a:r>
              <a:rPr lang="en-US" sz="1200" b="1" dirty="0" smtClean="0"/>
              <a:t>. 1111/- mrp2230/-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2050" name="Picture 2" descr="D:\Jyoti Account\10-11-2016\kit2.jpg"/>
          <p:cNvPicPr>
            <a:picLocks noChangeAspect="1" noChangeArrowheads="1"/>
          </p:cNvPicPr>
          <p:nvPr/>
        </p:nvPicPr>
        <p:blipFill>
          <a:blip r:embed="rId9" cstate="print"/>
          <a:srcRect l="-3525" t="3509" b="-1754"/>
          <a:stretch>
            <a:fillRect/>
          </a:stretch>
        </p:blipFill>
        <p:spPr bwMode="auto">
          <a:xfrm>
            <a:off x="4953000" y="2223994"/>
            <a:ext cx="3276600" cy="3124026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304800" y="1618595"/>
            <a:ext cx="4114800" cy="20313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2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re color – 1 pc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small- 1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small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Rackout</a:t>
            </a:r>
            <a:r>
              <a:rPr lang="en-US" sz="1400" dirty="0" smtClean="0"/>
              <a:t> Cover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Yellow Hasp –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lockout different model – 4 pc </a:t>
            </a:r>
          </a:p>
        </p:txBody>
      </p:sp>
    </p:spTree>
    <p:extLst>
      <p:ext uri="{BB962C8B-B14F-4D97-AF65-F5344CB8AC3E}">
        <p14:creationId xmlns:p14="http://schemas.microsoft.com/office/powerpoint/2010/main" xmlns="" val="262306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04800" y="1579126"/>
            <a:ext cx="41148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b="1" dirty="0" smtClean="0"/>
              <a:t>Item code – Yellow Electrical Kit Small – 3 – Rs.1356/ - MRP 3000/-</a:t>
            </a:r>
            <a:endParaRPr lang="en-US" sz="11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800" y="1960126"/>
            <a:ext cx="41148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red color  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red color – 3pc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small- 1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Rackout</a:t>
            </a:r>
            <a:r>
              <a:rPr lang="en-US" sz="1400" dirty="0" smtClean="0"/>
              <a:t> Cover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Universal Circuit Breaker Lockout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Yellow Hasp – 1 pc </a:t>
            </a:r>
          </a:p>
        </p:txBody>
      </p:sp>
      <p:pic>
        <p:nvPicPr>
          <p:cNvPr id="2050" name="Picture 2" descr="D:\JYOTI ACCOUNTS\JYOTI\KIT File\10-11-2016\kit3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905000"/>
            <a:ext cx="3227054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67352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04799" y="1143001"/>
            <a:ext cx="4953001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Yellow Electrical Kit Small – 4- 1204/- MRP – 2500/-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800" y="1524000"/>
            <a:ext cx="4114800" cy="16004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different  color  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Universal Circuit Breaker Lockout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Dual Scissor 6 Hasp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1 pc </a:t>
            </a:r>
          </a:p>
        </p:txBody>
      </p:sp>
      <p:pic>
        <p:nvPicPr>
          <p:cNvPr id="1026" name="Picture 2" descr="D:\JYOTI ACCOUNTS\JYOTI\KIT File\10-11-2016\kit4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4266"/>
          <a:stretch/>
        </p:blipFill>
        <p:spPr bwMode="auto">
          <a:xfrm>
            <a:off x="5135087" y="2237801"/>
            <a:ext cx="2954343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9020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04800" y="1143000"/>
            <a:ext cx="41910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Item code – Yellow Electrical Kit Small - 5</a:t>
            </a:r>
            <a:endParaRPr lang="en-US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4800" y="1524000"/>
            <a:ext cx="4191000" cy="16004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4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different model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6 hole hasp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1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– 1 pc </a:t>
            </a:r>
          </a:p>
        </p:txBody>
      </p:sp>
      <p:pic>
        <p:nvPicPr>
          <p:cNvPr id="5122" name="Picture 2" descr="D:\Jyoti Account\10-11-2016\kit5.jpg"/>
          <p:cNvPicPr>
            <a:picLocks noChangeAspect="1" noChangeArrowheads="1"/>
          </p:cNvPicPr>
          <p:nvPr/>
        </p:nvPicPr>
        <p:blipFill>
          <a:blip r:embed="rId8" cstate="print"/>
          <a:srcRect l="-6031" r="-8565"/>
          <a:stretch>
            <a:fillRect/>
          </a:stretch>
        </p:blipFill>
        <p:spPr bwMode="auto">
          <a:xfrm>
            <a:off x="4495800" y="1600200"/>
            <a:ext cx="4419600" cy="4267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0169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80999" y="1154668"/>
            <a:ext cx="4724399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SH-STATION-ELEC-KIT-2 – Rs.4900/- MRP – 9900/-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1000" y="1524000"/>
            <a:ext cx="41148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 station 6inch - 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 7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 Lockout padlock  Long shackle –  4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padlock  Regular shackle –4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Dielectric padlock – 2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hasp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hasp big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tag – 10 –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green tag – 2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Screw driver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Sign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Pin different color  – 3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Breaker lockout kit – 1Pc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Electrical Panel Lockout </a:t>
            </a:r>
            <a:r>
              <a:rPr lang="en-US" sz="1400" dirty="0" err="1" smtClean="0"/>
              <a:t>transprent</a:t>
            </a:r>
            <a:r>
              <a:rPr lang="en-US" sz="1400" dirty="0" smtClean="0"/>
              <a:t> different modal – 3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Keyring</a:t>
            </a:r>
            <a:r>
              <a:rPr lang="en-US" sz="1400" dirty="0" smtClean="0"/>
              <a:t> different  color – 10 Pc </a:t>
            </a:r>
          </a:p>
        </p:txBody>
      </p:sp>
      <p:pic>
        <p:nvPicPr>
          <p:cNvPr id="1026" name="Picture 2" descr="G:\NEW PHOTOS\2.jpg"/>
          <p:cNvPicPr>
            <a:picLocks noChangeAspect="1" noChangeArrowheads="1"/>
          </p:cNvPicPr>
          <p:nvPr/>
        </p:nvPicPr>
        <p:blipFill rotWithShape="1">
          <a:blip r:embed="rId8" cstate="print"/>
          <a:srcRect l="15727" t="26032" r="6824" b="3284"/>
          <a:stretch/>
        </p:blipFill>
        <p:spPr bwMode="auto">
          <a:xfrm>
            <a:off x="4750130" y="1524000"/>
            <a:ext cx="3835730" cy="38198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36474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SH-Blue Pouch kit – Rs.975/- MRP – Rs.2200/-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and regular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2 pcs</a:t>
            </a:r>
            <a:endParaRPr lang="en-US" sz="1200" dirty="0"/>
          </a:p>
        </p:txBody>
      </p:sp>
      <p:pic>
        <p:nvPicPr>
          <p:cNvPr id="2050" name="Picture 2" descr="D:\cam photos\new photos\kits\ammended\IMG_20151226_163355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15366" y="1905000"/>
            <a:ext cx="3130407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83611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SH-Black Waist pouch kit – Rs.960/- MRP 2000/-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and regular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2 pcs</a:t>
            </a:r>
            <a:endParaRPr lang="en-US" sz="1200" dirty="0"/>
          </a:p>
        </p:txBody>
      </p:sp>
      <p:pic>
        <p:nvPicPr>
          <p:cNvPr id="3074" name="Picture 2" descr="D:\cam photos\new photos\kits\ammended\KIT 14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12073" y="2133600"/>
            <a:ext cx="2933700" cy="280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9449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4196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SH-Blue Waist pouch kit – Rs.1035/- MRP – Rs.2328/-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4098" name="Picture 2" descr="D:\cam photos\new photos\kits\ammended\kit 17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53432" y="1981200"/>
            <a:ext cx="2678012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4102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b="1" dirty="0" smtClean="0"/>
              <a:t>Item code - SH-Red Waist pouch </a:t>
            </a:r>
            <a:r>
              <a:rPr lang="en-US" sz="1100" b="1" dirty="0"/>
              <a:t>kit– Rs.1035/- MRP – Rs.2328</a:t>
            </a:r>
            <a:r>
              <a:rPr lang="en-US" sz="1100" b="1" dirty="0" smtClean="0"/>
              <a:t>/-</a:t>
            </a:r>
            <a:endParaRPr lang="en-US" sz="11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5122" name="Picture 2" descr="D:\cam photos\new photos\kits\ammended\kit 18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34743" y="1828800"/>
            <a:ext cx="2667000" cy="317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9735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b="1" dirty="0" smtClean="0"/>
              <a:t>Item code - SH-Black Waist pouch kit- Rs.1685/-MRP-Rs.3792/-</a:t>
            </a:r>
            <a:endParaRPr lang="en-US" sz="11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and regular shackle – </a:t>
            </a:r>
            <a:r>
              <a:rPr lang="en-US" sz="1200" dirty="0"/>
              <a:t>2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6146" name="Picture 2" descr="D:\cam photos\new photos\kits\ammended\kit 22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39319" y="2133600"/>
            <a:ext cx="2999362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69143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SH-Red Waist pouch kit – Rs.1255/- MRP-2824/-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7170" name="Picture 2" descr="D:\cam photos\new photos\kits\ammended\kit 27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286000"/>
            <a:ext cx="2850243" cy="287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39206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SH-Blue Waist pouch kit- Rs.1270/-MRP-2857/-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</a:t>
            </a:r>
            <a:r>
              <a:rPr lang="en-US" sz="1200" dirty="0"/>
              <a:t>3</a:t>
            </a:r>
            <a:r>
              <a:rPr lang="en-US" sz="1200" dirty="0" smtClean="0"/>
              <a:t> pcs</a:t>
            </a:r>
            <a:endParaRPr lang="en-US" sz="1200" dirty="0"/>
          </a:p>
        </p:txBody>
      </p:sp>
      <p:pic>
        <p:nvPicPr>
          <p:cNvPr id="8194" name="Picture 2" descr="D:\cam photos\new photos\kits\ammended\kit 31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37259" y="1938201"/>
            <a:ext cx="3112963" cy="289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62700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– SH-Black pouch kit-Rs.1470/-MRP-3307/-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- Black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7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</a:t>
            </a:r>
            <a:r>
              <a:rPr lang="en-US" sz="1200" dirty="0"/>
              <a:t>3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  <a:endParaRPr lang="en-US" sz="1200" dirty="0"/>
          </a:p>
        </p:txBody>
      </p:sp>
      <p:pic>
        <p:nvPicPr>
          <p:cNvPr id="9218" name="Picture 2" descr="D:\cam photos\new photos\kits\ammended\kit 33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49980" y="1905000"/>
            <a:ext cx="297804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6025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– SH-Red pouch kit-Rs.795/- MRP-1788/-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3849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0242" name="Picture 2" descr="D:\cam photos\new photos\kits\ammended\kit 37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209800"/>
            <a:ext cx="2745989" cy="301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29759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– SH-Blue pouch kit-Rs.655/- MRP-1474/-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3849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and regular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1266" name="Picture 2" descr="D:\cam photos\new photos\kits\ammended\kit 39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057400"/>
            <a:ext cx="3238500" cy="334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94948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– SH-Red pouch kit-Rs.1485/- MRP-3342/-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677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</a:t>
            </a:r>
            <a:r>
              <a:rPr lang="en-US" sz="1200" dirty="0" smtClean="0"/>
              <a:t>Premier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and regular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2290" name="Picture 2" descr="D:\cam photos\new photos\kits\ammended\kit 44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438400"/>
            <a:ext cx="3187973" cy="300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6234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Item code - SH-EWP-KIT – Rs.2,665/- MRP – 5330/-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Kit mechinical big.jpg"/>
          <p:cNvPicPr/>
          <p:nvPr/>
        </p:nvPicPr>
        <p:blipFill>
          <a:blip r:embed="rId9" r:link="rId10" cstate="print"/>
          <a:srcRect/>
          <a:stretch>
            <a:fillRect/>
          </a:stretch>
        </p:blipFill>
        <p:spPr bwMode="auto">
          <a:xfrm>
            <a:off x="5257800" y="1986987"/>
            <a:ext cx="3581400" cy="281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3 pcs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420461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9238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b="1" dirty="0"/>
              <a:t>Item code - SH-MCB-L-KIT –Rs.2915/- MRP-5900/-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it5.jpg"/>
          <p:cNvPicPr/>
          <p:nvPr/>
        </p:nvPicPr>
        <p:blipFill>
          <a:blip r:embed="rId9" r:link="rId10" cstate="print"/>
          <a:srcRect/>
          <a:stretch>
            <a:fillRect/>
          </a:stretch>
        </p:blipFill>
        <p:spPr bwMode="auto">
          <a:xfrm>
            <a:off x="4953000" y="1905000"/>
            <a:ext cx="3843337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677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shackle – 4 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Regular shackle 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/ LCB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 - Small –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</p:txBody>
      </p:sp>
    </p:spTree>
    <p:extLst>
      <p:ext uri="{BB962C8B-B14F-4D97-AF65-F5344CB8AC3E}">
        <p14:creationId xmlns:p14="http://schemas.microsoft.com/office/powerpoint/2010/main" xmlns="" val="69122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9238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b="1" dirty="0"/>
              <a:t>Item code - SH-PLUG-L-KIT – Rs.1900/- MRP-Rs.3900/-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ELECTRICAL LOTO KIT.jpg"/>
          <p:cNvPicPr/>
          <p:nvPr/>
        </p:nvPicPr>
        <p:blipFill>
          <a:blip r:embed="rId9" r:link="rId10" cstate="print"/>
          <a:srcRect/>
          <a:stretch>
            <a:fillRect/>
          </a:stretch>
        </p:blipFill>
        <p:spPr bwMode="auto">
          <a:xfrm>
            <a:off x="5181601" y="1981200"/>
            <a:ext cx="3772193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677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257470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SH-ELEC-LOTO-KIT-Rs.3040/-MRP-6840/-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-ELEC kit.jpg"/>
          <p:cNvPicPr/>
          <p:nvPr/>
        </p:nvPicPr>
        <p:blipFill>
          <a:blip r:embed="rId9" r:link="rId10" cstate="print"/>
          <a:srcRect/>
          <a:stretch>
            <a:fillRect/>
          </a:stretch>
        </p:blipFill>
        <p:spPr bwMode="auto">
          <a:xfrm>
            <a:off x="5181601" y="1828800"/>
            <a:ext cx="3643311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</a:t>
            </a:r>
            <a:r>
              <a:rPr lang="en-US" sz="1200" smtClean="0"/>
              <a:t>1 pc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83775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SH-LT-STATION-KIT-Rs.3550/-MRP-7987/-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loto station kit.jpg"/>
          <p:cNvPicPr/>
          <p:nvPr/>
        </p:nvPicPr>
        <p:blipFill>
          <a:blip r:embed="rId9" r:link="rId10" cstate="print"/>
          <a:srcRect/>
          <a:stretch>
            <a:fillRect/>
          </a:stretch>
        </p:blipFill>
        <p:spPr bwMode="auto">
          <a:xfrm>
            <a:off x="5029200" y="1828800"/>
            <a:ext cx="3796496" cy="3149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Station- 1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Labels 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255829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9238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b="1" dirty="0"/>
              <a:t>Item code - SH-ELEC-LOTO-KIT – Rs.2915/-MRP-Rs.5900/-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it mechinical big copy.jpg"/>
          <p:cNvPicPr/>
          <p:nvPr/>
        </p:nvPicPr>
        <p:blipFill>
          <a:blip r:embed="rId9" r:link="rId10" cstate="print"/>
          <a:srcRect/>
          <a:stretch>
            <a:fillRect/>
          </a:stretch>
        </p:blipFill>
        <p:spPr bwMode="auto">
          <a:xfrm>
            <a:off x="4953000" y="1905000"/>
            <a:ext cx="3790950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6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3 pcs.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167511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Item code - SH-PB-LOTO-KIT – </a:t>
            </a:r>
            <a:r>
              <a:rPr lang="en-US" sz="1200" b="1" dirty="0" err="1"/>
              <a:t>Rs</a:t>
            </a:r>
            <a:r>
              <a:rPr lang="en-US" sz="1200" b="1" dirty="0"/>
              <a:t>. 1010/- MRP-Rs.2050/-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DSC01141.JP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81602" y="1905000"/>
            <a:ext cx="3562666" cy="261905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Small Locks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–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–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Large –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endParaRPr 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xmlns="" val="156886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Item code - SH-ESSN-LOTO-KIT – 460/- Rs.990/-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handy kit.jp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05399" y="1664732"/>
            <a:ext cx="3509963" cy="28140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Transparent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</p:txBody>
      </p:sp>
    </p:spTree>
    <p:extLst>
      <p:ext uri="{BB962C8B-B14F-4D97-AF65-F5344CB8AC3E}">
        <p14:creationId xmlns:p14="http://schemas.microsoft.com/office/powerpoint/2010/main" xmlns="" val="112219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Item code - SH-MCB-SMALL-KIT – Rs.1290/- MRP – Rs.2600/-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CIRCUIT BREAKER LOTO KIT.jp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81601" y="1905000"/>
            <a:ext cx="3530077" cy="2895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Yellow Hasp – </a:t>
            </a:r>
            <a:r>
              <a:rPr lang="en-US" sz="1200" dirty="0"/>
              <a:t>2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</p:txBody>
      </p:sp>
    </p:spTree>
    <p:extLst>
      <p:ext uri="{BB962C8B-B14F-4D97-AF65-F5344CB8AC3E}">
        <p14:creationId xmlns:p14="http://schemas.microsoft.com/office/powerpoint/2010/main" xmlns="" val="253771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Item code - SH-MCB-POUCH-KIT – Rs.920/- MRP – Rs.1850/-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kit 2.jp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53000" y="2133600"/>
            <a:ext cx="4114800" cy="20653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Tie Bar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1 pc</a:t>
            </a:r>
          </a:p>
        </p:txBody>
      </p:sp>
    </p:spTree>
    <p:extLst>
      <p:ext uri="{BB962C8B-B14F-4D97-AF65-F5344CB8AC3E}">
        <p14:creationId xmlns:p14="http://schemas.microsoft.com/office/powerpoint/2010/main" xmlns="" val="75000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Item code - SH-MCB-WPOUCH-KIT–Rs.1390/- MRP– Rs.2800/-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it3.jp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53000" y="1752600"/>
            <a:ext cx="3805901" cy="30270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</p:spTree>
    <p:extLst>
      <p:ext uri="{BB962C8B-B14F-4D97-AF65-F5344CB8AC3E}">
        <p14:creationId xmlns:p14="http://schemas.microsoft.com/office/powerpoint/2010/main" xmlns="" val="60054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Item code - SH-PB-MED-LOTO-KIT – Rs.2000/- MRP 4100/-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kit4.jp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29201" y="1981200"/>
            <a:ext cx="3800474" cy="2590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34163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6 holes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Round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Large – Round 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Small Locks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Labels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LOTO CD presentation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</p:spTree>
    <p:extLst>
      <p:ext uri="{BB962C8B-B14F-4D97-AF65-F5344CB8AC3E}">
        <p14:creationId xmlns:p14="http://schemas.microsoft.com/office/powerpoint/2010/main" xmlns="" val="66319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Item code - SH-LOTO-BASIC-KIT –Rs.1240/- MRP – Rs.2500/-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-LE-M-PB-Kit.jpg"/>
          <p:cNvPicPr/>
          <p:nvPr/>
        </p:nvPicPr>
        <p:blipFill>
          <a:blip r:embed="rId9" cstate="print"/>
          <a:srcRect l="1967"/>
          <a:stretch>
            <a:fillRect/>
          </a:stretch>
        </p:blipFill>
        <p:spPr>
          <a:xfrm>
            <a:off x="5410200" y="2165792"/>
            <a:ext cx="3252787" cy="30920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</p:spTree>
    <p:extLst>
      <p:ext uri="{BB962C8B-B14F-4D97-AF65-F5344CB8AC3E}">
        <p14:creationId xmlns:p14="http://schemas.microsoft.com/office/powerpoint/2010/main" xmlns="" val="247662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Item code - SH-LOTO-BASIC-KIT –Rs.1240/- MRP – Rs.2500/-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pic>
        <p:nvPicPr>
          <p:cNvPr id="14" name="Picture 13" descr="bag 2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889817" y="1869166"/>
            <a:ext cx="3098165" cy="370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9646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Item code - SH-LOTO-WP-BASIC-KIT- Rs.1090/-MRP- Rs.2200/-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K-LEWP KIT small.jp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05399" y="2286000"/>
            <a:ext cx="3744595" cy="263938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</p:spTree>
    <p:extLst>
      <p:ext uri="{BB962C8B-B14F-4D97-AF65-F5344CB8AC3E}">
        <p14:creationId xmlns:p14="http://schemas.microsoft.com/office/powerpoint/2010/main" xmlns="" val="277856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Item code - SH-LOTO-WP-BASIC-KIT- Rs.1090/-MRP- Rs.2200/-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pic>
        <p:nvPicPr>
          <p:cNvPr id="14" name="Picture 13" descr="20150429_105715.jpg"/>
          <p:cNvPicPr>
            <a:picLocks noChangeAspect="1"/>
          </p:cNvPicPr>
          <p:nvPr/>
        </p:nvPicPr>
        <p:blipFill>
          <a:blip r:embed="rId9" cstate="print"/>
          <a:srcRect l="2461" t="977"/>
          <a:stretch>
            <a:fillRect/>
          </a:stretch>
        </p:blipFill>
        <p:spPr>
          <a:xfrm>
            <a:off x="5416641" y="2174140"/>
            <a:ext cx="3029132" cy="30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2908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Item code - SH-MCB-LARGE-KIT – Rs.3490/- MRP-Rs.7100/-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LOTO KIT.jp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81601" y="2590800"/>
            <a:ext cx="3651249" cy="228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378565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15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Tie Bar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6 hole 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Small Padlocks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6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</a:t>
            </a:r>
            <a:r>
              <a:rPr lang="en-US" sz="1200" dirty="0" err="1" smtClean="0"/>
              <a:t>Lables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CD presentation – 1 pc</a:t>
            </a:r>
          </a:p>
        </p:txBody>
      </p:sp>
    </p:spTree>
    <p:extLst>
      <p:ext uri="{BB962C8B-B14F-4D97-AF65-F5344CB8AC3E}">
        <p14:creationId xmlns:p14="http://schemas.microsoft.com/office/powerpoint/2010/main" xmlns="" val="233847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SH-LOTO-ELEC-BOX-S-Rs.1995/-MRP-4488/-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4114801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Box–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</a:t>
            </a:r>
            <a:r>
              <a:rPr lang="en-US" sz="1200" dirty="0" err="1" smtClean="0"/>
              <a:t>Bigl</a:t>
            </a:r>
            <a:r>
              <a:rPr lang="en-US" sz="1200" dirty="0" smtClean="0"/>
              <a:t> </a:t>
            </a:r>
            <a:r>
              <a:rPr lang="en-US" sz="1200" dirty="0"/>
              <a:t>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different models - 3 pcs</a:t>
            </a:r>
          </a:p>
        </p:txBody>
      </p:sp>
      <p:pic>
        <p:nvPicPr>
          <p:cNvPr id="1026" name="Picture 2" descr="Description: cid:image002.jpg@01D0ED79.67765B6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95837" y="1981200"/>
            <a:ext cx="21431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Description: cid:image004.jpg@01D0ED79.67765B60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71557" y="3592286"/>
            <a:ext cx="23431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41608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SH-LOTO-ELEC-BOX-L-Rs.3415/-MRP-6830/-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4114801" cy="39703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Box–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Bar Lockout – 1 set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</a:t>
            </a:r>
            <a:r>
              <a:rPr lang="en-US" sz="1200" dirty="0" err="1" smtClean="0"/>
              <a:t>Bigl</a:t>
            </a:r>
            <a:r>
              <a:rPr lang="en-US" sz="1200" dirty="0" smtClean="0"/>
              <a:t> </a:t>
            </a:r>
            <a:r>
              <a:rPr lang="en-US" sz="1200" dirty="0"/>
              <a:t>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2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2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Tie Bar Lockout – 1 pc.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different models - 3 pcs</a:t>
            </a:r>
          </a:p>
        </p:txBody>
      </p:sp>
      <p:pic>
        <p:nvPicPr>
          <p:cNvPr id="2050" name="Picture 2" descr="Description: cid:image006.jpg@01D0ED79.67765B6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33600"/>
            <a:ext cx="272415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Description: cid:image002.jpg@01D0ED79.67765B60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524000"/>
            <a:ext cx="193901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99325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Item code - SH-ELEC-LARGE-KIT – Rs.4900/- MRP-Rs.9900/-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electrical LOTO products.jpg"/>
          <p:cNvPicPr/>
          <p:nvPr/>
        </p:nvPicPr>
        <p:blipFill>
          <a:blip r:embed="rId9" r:link="rId10" cstate="print"/>
          <a:srcRect/>
          <a:stretch>
            <a:fillRect/>
          </a:stretch>
        </p:blipFill>
        <p:spPr bwMode="auto">
          <a:xfrm>
            <a:off x="5105399" y="1664732"/>
            <a:ext cx="3657601" cy="3721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378565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Station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6 hole 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113652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19200"/>
            <a:ext cx="41148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SH-ELEC-Box-KIT-Rs.3200/- MRP-7155/-</a:t>
            </a:r>
            <a:endParaRPr lang="en-US" sz="1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4114801" cy="34163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Gate Valve Lockout – 02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</a:t>
            </a:r>
            <a:r>
              <a:rPr lang="en-US" sz="1200" dirty="0"/>
              <a:t>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Plug Lockout – </a:t>
            </a:r>
            <a:r>
              <a:rPr lang="en-US" sz="1200" dirty="0" smtClean="0"/>
              <a:t>Large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Lockout Device–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Sign =- 1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Lockout – 1 set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Big Box</a:t>
            </a:r>
            <a:endParaRPr lang="en-US" sz="1200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7410" name="Picture 2" descr="D:\cam photos\new photos\kits\ammended\IMG_20151228_170044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90894" y="2057400"/>
            <a:ext cx="34200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1817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6400" y="152400"/>
            <a:ext cx="350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House</a:t>
            </a:r>
          </a:p>
          <a:p>
            <a:r>
              <a:rPr lang="en-US" sz="1200" b="1" dirty="0" smtClean="0"/>
              <a:t>BS EN ISO 9001 : 2008 CERTIFIED COMPANY</a:t>
            </a:r>
            <a:endParaRPr lang="en-US" sz="1200" b="1" dirty="0" smtClean="0"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219200"/>
            <a:ext cx="42672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- SH-Elect / MECH Mix Box-KIT-Rs.2670/-MRP-6007/-</a:t>
            </a:r>
            <a:endParaRPr lang="en-US" sz="1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</a:t>
            </a:r>
            <a:r>
              <a:rPr lang="en-US" sz="1200" dirty="0"/>
              <a:t>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Plug Lockout – </a:t>
            </a:r>
            <a:r>
              <a:rPr lang="en-US" sz="1200" dirty="0" smtClean="0"/>
              <a:t>Large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6 hole 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Lockout – 1 set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Long shackle – </a:t>
            </a:r>
            <a:r>
              <a:rPr lang="en-US" sz="1200" dirty="0"/>
              <a:t>3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Lockout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Sign =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Big Box</a:t>
            </a:r>
            <a:endParaRPr lang="en-US" sz="1200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6386" name="Picture 2" descr="D:\cam photos\new photos\kits\ammended\IMG_20151228_173950 copy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05399" y="2362200"/>
            <a:ext cx="3689805" cy="256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39045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60960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04800" y="1143000"/>
            <a:ext cx="51054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SH-JUMBO-Kit – Rs.12400/- MRP – 25000/-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D:\Media Drive\jyoti\kit\Unztitled-1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85800" y="1524000"/>
            <a:ext cx="7315200" cy="44308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45586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81000" y="1143000"/>
            <a:ext cx="41148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Item code – JUMBO Kit </a:t>
            </a:r>
            <a:endParaRPr lang="en-US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1" y="1524000"/>
            <a:ext cx="4114800" cy="412420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Beg  Red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different color – 10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different color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small- 2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hasp 6 hole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 different model  – 10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 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Rack cover in round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MCCB lockout round upper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Breaker lockout kit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Book – 2 </a:t>
            </a:r>
            <a:r>
              <a:rPr lang="en-US" sz="1600" dirty="0" smtClean="0"/>
              <a:t>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EPL small Square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Lockout Register – 2 Pc </a:t>
            </a:r>
            <a:endParaRPr lang="en-US" sz="1600" dirty="0" smtClean="0"/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De – Electric yellow hasp – 2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EPL Small round  shape – 2 Pc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1524000"/>
            <a:ext cx="4191000" cy="39703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EPL  Large round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EPL Extra large square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</a:t>
            </a:r>
            <a:r>
              <a:rPr lang="en-US" sz="1400" dirty="0" err="1"/>
              <a:t>Keyring</a:t>
            </a:r>
            <a:r>
              <a:rPr lang="en-US" sz="1400" dirty="0"/>
              <a:t> – 21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MCCB large circuit breaker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Cylinder yellow color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Plug lockout large – 2 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Mini pneumatic lockout device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Scaffolding  tag made of rewritable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Scaffolding tag holder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tag printed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Pin different color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Eye medium size  – 20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Eye </a:t>
            </a:r>
            <a:r>
              <a:rPr lang="en-US" sz="1400" dirty="0" err="1"/>
              <a:t>lrage</a:t>
            </a:r>
            <a:r>
              <a:rPr lang="en-US" sz="1400" dirty="0"/>
              <a:t> size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Handle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Tie bar circuit breaker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Push button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Big multipurpose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Tag Hasp – 2 Pc </a:t>
            </a:r>
          </a:p>
        </p:txBody>
      </p:sp>
    </p:spTree>
    <p:extLst>
      <p:ext uri="{BB962C8B-B14F-4D97-AF65-F5344CB8AC3E}">
        <p14:creationId xmlns:p14="http://schemas.microsoft.com/office/powerpoint/2010/main" xmlns="" val="172737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228600" y="1143000"/>
            <a:ext cx="46482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– SH-STANDARD-ELECTRICAL KIT – Rs.4300/- MRP Rs.8800/-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4" name="Picture 2" descr="G:\KITS\ELECTRICAL DEPARTMENT LOCKOUT TAGOUT KIT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419600" y="1676400"/>
            <a:ext cx="4550199" cy="355888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304800" y="1524000"/>
            <a:ext cx="3962400" cy="418576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Red 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different color   – 6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6 hole hasp – 2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Yellow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Big Multipurpose cable lockout- 2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small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Large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Pen –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different model – 11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Pen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Tie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Panel lockout small- 2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panel lockout Small square –  1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pane lockout big square – 2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Handel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yellow cylinder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 10 pc </a:t>
            </a:r>
          </a:p>
        </p:txBody>
      </p:sp>
    </p:spTree>
    <p:extLst>
      <p:ext uri="{BB962C8B-B14F-4D97-AF65-F5344CB8AC3E}">
        <p14:creationId xmlns:p14="http://schemas.microsoft.com/office/powerpoint/2010/main" xmlns="" val="35782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04800" y="1216223"/>
            <a:ext cx="5257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SH-ELEC-STATION-LARGE-KIT – Rs.9500/- MRP – 19000/-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6146" name="Picture 2" descr="G:\KITS\ELECTRICAL STATION KIT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371600" y="1685450"/>
            <a:ext cx="5772981" cy="4181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07718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04799" y="1143000"/>
            <a:ext cx="426720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Item code – SH-ELEC-STATION-LARGE-KIT</a:t>
            </a:r>
            <a:endParaRPr lang="en-US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 Red  Station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long shackle </a:t>
            </a:r>
            <a:r>
              <a:rPr lang="en-US" sz="1400" dirty="0" err="1"/>
              <a:t>diffrent</a:t>
            </a:r>
            <a:r>
              <a:rPr lang="en-US" sz="1400" dirty="0"/>
              <a:t> color   – 6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Regular shackle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6 hole hasp – 2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Di-Electric Yellow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Big Multipurpose cable lockout- 2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big hasp red color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Small hasp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</a:t>
            </a:r>
            <a:r>
              <a:rPr lang="en-US" sz="1400" dirty="0" err="1"/>
              <a:t>lable</a:t>
            </a:r>
            <a:r>
              <a:rPr lang="en-US" sz="1400" dirty="0"/>
              <a:t>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Round </a:t>
            </a:r>
            <a:r>
              <a:rPr lang="en-US" sz="1400" dirty="0" err="1"/>
              <a:t>cble</a:t>
            </a:r>
            <a:r>
              <a:rPr lang="en-US" sz="1400" dirty="0"/>
              <a:t> lockout  - 2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Pin different model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UCB different model – 11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Rack cover in round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Panel lockout small round- 1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panel lockout Small square –  1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panel lockout big round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 lockout big square – 1 pc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00200"/>
            <a:ext cx="3962400" cy="310854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Large circuit breaker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Large circuit breaker lockout round upper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Book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Register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Bar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Push button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Scaffold  tag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Scaffold Tag holder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padlock Eye Buffer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eye small / large size - 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Handle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Tag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Tie bar lockout - 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/>
              <a:t>Scissor cable lockout – 2 pc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09660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04799" y="1143000"/>
            <a:ext cx="4800599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– Large Circuit Breaker Lockout Kit – Rs.3300/- MRP – 7000/-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smtClean="0"/>
              <a:t>Yellow pouch - 1</a:t>
            </a:r>
            <a:endParaRPr lang="en-US" sz="1400" dirty="0" smtClean="0"/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different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Bravo lock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6 hole hasp – 2 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Yellow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big hasp red color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different model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Tie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Pen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LCB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Book – 1 pc </a:t>
            </a:r>
            <a:endParaRPr lang="en-US" sz="1400" dirty="0"/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Bar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Keyring</a:t>
            </a:r>
            <a:r>
              <a:rPr lang="en-US" sz="1400" dirty="0" smtClean="0"/>
              <a:t> – 3 pc</a:t>
            </a:r>
          </a:p>
        </p:txBody>
      </p:sp>
      <p:pic>
        <p:nvPicPr>
          <p:cNvPr id="2050" name="Picture 2" descr="D:\JYOTI ACCOUNTS\JYOTI\02.01.2017\KIT YELLOW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34756" y="1673683"/>
            <a:ext cx="4733044" cy="350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340059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04800" y="1143000"/>
            <a:ext cx="43053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SH-ELEC-LARGE-KIT – </a:t>
            </a:r>
            <a:r>
              <a:rPr lang="en-US" sz="1400" b="1" dirty="0" err="1" smtClean="0"/>
              <a:t>Rs</a:t>
            </a:r>
            <a:r>
              <a:rPr lang="en-US" sz="1400" b="1" dirty="0" smtClean="0"/>
              <a:t>. 2390/-MRP-5378/-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Red Bag  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yellow red  color  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Yellow  lockout –  </a:t>
            </a:r>
            <a:r>
              <a:rPr lang="en-US" sz="1400" dirty="0"/>
              <a:t>1</a:t>
            </a:r>
            <a:r>
              <a:rPr lang="en-US" sz="1400" dirty="0" smtClean="0"/>
              <a:t>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handle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Big Multipurpose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Rack cover lockout – 1 pc  </a:t>
            </a:r>
          </a:p>
        </p:txBody>
      </p:sp>
      <p:pic>
        <p:nvPicPr>
          <p:cNvPr id="4098" name="Picture 2" descr="D:\JYOTI ACCOUNTS\JYOTI\02.01.2017\kit7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56352" y="1628745"/>
            <a:ext cx="4330448" cy="3933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17731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04799" y="1143000"/>
            <a:ext cx="426720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– SH-HANDY-ELECTRICAL KIT – </a:t>
            </a:r>
            <a:r>
              <a:rPr lang="en-US" sz="1200" b="1" dirty="0" err="1" smtClean="0"/>
              <a:t>Rs</a:t>
            </a:r>
            <a:r>
              <a:rPr lang="en-US" sz="1200" b="1" dirty="0" smtClean="0"/>
              <a:t>. 1600/- MRP-3500/-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24622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Red Bag  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small shackle – </a:t>
            </a:r>
            <a:r>
              <a:rPr lang="en-US" sz="1400" dirty="0"/>
              <a:t>1</a:t>
            </a:r>
            <a:r>
              <a:rPr lang="en-US" sz="1400" dirty="0" smtClean="0"/>
              <a:t>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Padlock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4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- 5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Tie Bar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Pin In / Out Type Lockout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–Electric 6 hole hasp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Snap on Breaker Lockout – 1 pcs </a:t>
            </a:r>
          </a:p>
        </p:txBody>
      </p:sp>
      <p:pic>
        <p:nvPicPr>
          <p:cNvPr id="1026" name="Picture 2" descr="H:\29.12.2017\KIT1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600201"/>
            <a:ext cx="4495800" cy="403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00441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04800" y="1143000"/>
            <a:ext cx="4305300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– SH-ELECTRICIAN-LOTO-KIT – </a:t>
            </a:r>
            <a:r>
              <a:rPr lang="en-US" sz="1200" b="1" dirty="0" err="1" smtClean="0"/>
              <a:t>Rs</a:t>
            </a:r>
            <a:r>
              <a:rPr lang="en-US" sz="1200" b="1" dirty="0" smtClean="0"/>
              <a:t>. 2070/- MRP-4658/-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Yellow Pouch  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 Electric Padlock 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- 7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Screw Driver  - 1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–Electric 6 hole hasp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fuse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Tie – 10 pcs </a:t>
            </a:r>
          </a:p>
        </p:txBody>
      </p:sp>
      <p:pic>
        <p:nvPicPr>
          <p:cNvPr id="2050" name="Picture 2" descr="H:\29.12.2017\KIT2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614502"/>
            <a:ext cx="4191000" cy="425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3490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67400" y="68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CE Certified products</a:t>
            </a:r>
            <a:endParaRPr lang="en-US" b="1" dirty="0"/>
          </a:p>
        </p:txBody>
      </p:sp>
      <p:sp>
        <p:nvSpPr>
          <p:cNvPr id="8" name="Cloud 7"/>
          <p:cNvSpPr/>
          <p:nvPr/>
        </p:nvSpPr>
        <p:spPr>
          <a:xfrm>
            <a:off x="5562600" y="457200"/>
            <a:ext cx="1752600" cy="1066800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E:\Live Grafix Dezine Data\Safety Lockout House\Safety House logo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782561" cy="115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76400" y="819090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House of all Safety Products</a:t>
            </a:r>
            <a:endParaRPr lang="en-US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1" name="Picture 4" descr="E:\Live Grafix Dezine Data\Safety Lockout House\Cartoon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747546" y="0"/>
            <a:ext cx="1396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04799" y="1143000"/>
            <a:ext cx="4800599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Item code – SH-ELECTRICAL-PERSONAL-KIT </a:t>
            </a:r>
            <a:r>
              <a:rPr lang="en-US" sz="1200" b="1" smtClean="0"/>
              <a:t>– Rs.2700</a:t>
            </a:r>
            <a:r>
              <a:rPr lang="en-US" sz="1200" b="1" dirty="0" smtClean="0"/>
              <a:t>/- MRP – 5400/-</a:t>
            </a:r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15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12/16, 3</a:t>
            </a:r>
            <a:r>
              <a:rPr lang="en-US" b="1" baseline="30000" dirty="0" smtClean="0">
                <a:solidFill>
                  <a:schemeClr val="bg1"/>
                </a:solidFill>
              </a:rPr>
              <a:t>rd</a:t>
            </a:r>
            <a:r>
              <a:rPr lang="en-US" b="1" dirty="0" smtClean="0">
                <a:solidFill>
                  <a:schemeClr val="bg1"/>
                </a:solidFill>
              </a:rPr>
              <a:t> floor, Ashok Nagar, New Delhi-110018 (INDIA), Ph. : +91 11 2598 1265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 : +919999 656979, 99710 87519, E-mail : safetyhouse7@gmail.com, safetyhouse7@yahoo.com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Belt Pouch  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 Electric Padlock 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- 7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Screw Driver  - 1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–Electric 6 hole hasp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fuse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 Electric Yellow Hasp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Handle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Push Button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Loto Book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Circuit Breaker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err="1" smtClean="0"/>
              <a:t>Rackout</a:t>
            </a:r>
            <a:r>
              <a:rPr lang="en-US" sz="1400" dirty="0" smtClean="0"/>
              <a:t> Cover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Pin Different model – 3 pcs </a:t>
            </a:r>
          </a:p>
        </p:txBody>
      </p:sp>
      <p:pic>
        <p:nvPicPr>
          <p:cNvPr id="3074" name="Picture 2" descr="H:\29.12.2017\KIT3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580918"/>
            <a:ext cx="4706678" cy="3981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71261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6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1498</TotalTime>
  <Words>8926</Words>
  <Application>Microsoft Office PowerPoint</Application>
  <PresentationFormat>On-screen Show (4:3)</PresentationFormat>
  <Paragraphs>1188</Paragraphs>
  <Slides>65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PRANEETH REDDY</dc:creator>
  <cp:lastModifiedBy>INDIAN</cp:lastModifiedBy>
  <cp:revision>121</cp:revision>
  <dcterms:created xsi:type="dcterms:W3CDTF">2006-08-16T00:00:00Z</dcterms:created>
  <dcterms:modified xsi:type="dcterms:W3CDTF">2019-07-16T13:43:11Z</dcterms:modified>
</cp:coreProperties>
</file>