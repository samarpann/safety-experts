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Default Extension="wdp" ContentType="image/vnd.ms-photo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61" r:id="rId2"/>
    <p:sldId id="307" r:id="rId3"/>
    <p:sldId id="308" r:id="rId4"/>
    <p:sldId id="309" r:id="rId5"/>
    <p:sldId id="347" r:id="rId6"/>
    <p:sldId id="346" r:id="rId7"/>
    <p:sldId id="310" r:id="rId8"/>
    <p:sldId id="311" r:id="rId9"/>
    <p:sldId id="312" r:id="rId10"/>
    <p:sldId id="314" r:id="rId11"/>
    <p:sldId id="316" r:id="rId12"/>
    <p:sldId id="317" r:id="rId13"/>
    <p:sldId id="318" r:id="rId14"/>
    <p:sldId id="319" r:id="rId15"/>
    <p:sldId id="320" r:id="rId16"/>
    <p:sldId id="321" r:id="rId17"/>
    <p:sldId id="263" r:id="rId18"/>
    <p:sldId id="325" r:id="rId19"/>
    <p:sldId id="326" r:id="rId20"/>
    <p:sldId id="327" r:id="rId21"/>
    <p:sldId id="328" r:id="rId22"/>
    <p:sldId id="329" r:id="rId23"/>
    <p:sldId id="330" r:id="rId24"/>
    <p:sldId id="332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288" r:id="rId37"/>
    <p:sldId id="264" r:id="rId38"/>
    <p:sldId id="265" r:id="rId39"/>
    <p:sldId id="266" r:id="rId40"/>
    <p:sldId id="267" r:id="rId41"/>
    <p:sldId id="268" r:id="rId42"/>
    <p:sldId id="271" r:id="rId43"/>
    <p:sldId id="273" r:id="rId44"/>
    <p:sldId id="274" r:id="rId45"/>
    <p:sldId id="275" r:id="rId46"/>
    <p:sldId id="276" r:id="rId47"/>
    <p:sldId id="277" r:id="rId48"/>
    <p:sldId id="278" r:id="rId49"/>
    <p:sldId id="283" r:id="rId50"/>
    <p:sldId id="279" r:id="rId51"/>
    <p:sldId id="284" r:id="rId52"/>
    <p:sldId id="280" r:id="rId53"/>
    <p:sldId id="285" r:id="rId54"/>
    <p:sldId id="286" r:id="rId55"/>
    <p:sldId id="281" r:id="rId56"/>
    <p:sldId id="304" r:id="rId57"/>
    <p:sldId id="303" r:id="rId58"/>
    <p:sldId id="335" r:id="rId59"/>
    <p:sldId id="336" r:id="rId60"/>
    <p:sldId id="337" r:id="rId61"/>
    <p:sldId id="338" r:id="rId62"/>
    <p:sldId id="339" r:id="rId63"/>
    <p:sldId id="340" r:id="rId64"/>
    <p:sldId id="345" r:id="rId65"/>
    <p:sldId id="342" r:id="rId66"/>
    <p:sldId id="343" r:id="rId67"/>
    <p:sldId id="344" r:id="rId68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96" d="100"/>
          <a:sy n="196" d="100"/>
        </p:scale>
        <p:origin x="2244" y="16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05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74FB8-1FEB-4FE2-A1A8-785B14103C14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96938" y="746125"/>
            <a:ext cx="4967287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275" y="4722813"/>
            <a:ext cx="5408613" cy="44735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24B31C-DC9A-48DB-88DA-B103BA48E2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38121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E69E80-3D8B-4F2A-908F-824D555D4991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37092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24B31C-DC9A-48DB-88DA-B103BA48E229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24B31C-DC9A-48DB-88DA-B103BA48E229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audio" Target="../media/audio4.wav"/><Relationship Id="rId4" Type="http://schemas.openxmlformats.org/officeDocument/2006/relationships/audio" Target="../media/audio3.wav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3.wav"/><Relationship Id="rId7" Type="http://schemas.openxmlformats.org/officeDocument/2006/relationships/image" Target="../media/image4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4.wav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5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6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6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6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7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8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9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0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1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2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3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4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5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6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17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1.wdp"/><Relationship Id="rId4" Type="http://schemas.openxmlformats.org/officeDocument/2006/relationships/audio" Target="../media/audio3.wav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8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9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audio" Target="../media/audio4.wav"/><Relationship Id="rId7" Type="http://schemas.openxmlformats.org/officeDocument/2006/relationships/hyperlink" Target="mailto:rahulsakhuja@yahoo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audio" Target="../media/audio3.wav"/><Relationship Id="rId4" Type="http://schemas.openxmlformats.org/officeDocument/2006/relationships/audio" Target="../media/audio2.wav"/><Relationship Id="rId9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21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22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23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24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25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2.wdp"/><Relationship Id="rId4" Type="http://schemas.openxmlformats.org/officeDocument/2006/relationships/audio" Target="../media/audio3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26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3.wdp"/><Relationship Id="rId4" Type="http://schemas.openxmlformats.org/officeDocument/2006/relationships/audio" Target="../media/audio3.wav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27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4.wdp"/><Relationship Id="rId4" Type="http://schemas.openxmlformats.org/officeDocument/2006/relationships/audio" Target="../media/audio3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28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5.wdp"/><Relationship Id="rId4" Type="http://schemas.openxmlformats.org/officeDocument/2006/relationships/audio" Target="../media/audio3.wav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29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6.wdp"/><Relationship Id="rId4" Type="http://schemas.openxmlformats.org/officeDocument/2006/relationships/audio" Target="../media/audio3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0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7.wdp"/><Relationship Id="rId4" Type="http://schemas.openxmlformats.org/officeDocument/2006/relationships/audio" Target="../media/audio3.wav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1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8.wdp"/><Relationship Id="rId4" Type="http://schemas.openxmlformats.org/officeDocument/2006/relationships/audio" Target="../media/audio3.wav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audio" Target="../media/audio4.wav"/><Relationship Id="rId7" Type="http://schemas.openxmlformats.org/officeDocument/2006/relationships/hyperlink" Target="mailto:rahulsakhuja@yahoo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3.jpeg"/><Relationship Id="rId5" Type="http://schemas.openxmlformats.org/officeDocument/2006/relationships/audio" Target="../media/audio3.wav"/><Relationship Id="rId10" Type="http://schemas.microsoft.com/office/2007/relationships/hdphoto" Target="../media/hdphoto9.wdp"/><Relationship Id="rId4" Type="http://schemas.openxmlformats.org/officeDocument/2006/relationships/audio" Target="../media/audio2.wav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33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4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11" Type="http://schemas.openxmlformats.org/officeDocument/2006/relationships/image" Target="../media/image3.jpeg"/><Relationship Id="rId5" Type="http://schemas.openxmlformats.org/officeDocument/2006/relationships/image" Target="../media/image1.png"/><Relationship Id="rId10" Type="http://schemas.microsoft.com/office/2007/relationships/hdphoto" Target="../media/hdphoto10.wdp"/><Relationship Id="rId4" Type="http://schemas.openxmlformats.org/officeDocument/2006/relationships/audio" Target="../media/audio3.wav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35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cid:image002.jpg@01CF4A75.A28AACE0" TargetMode="External"/><Relationship Id="rId3" Type="http://schemas.openxmlformats.org/officeDocument/2006/relationships/audio" Target="../media/audio2.wav"/><Relationship Id="rId7" Type="http://schemas.openxmlformats.org/officeDocument/2006/relationships/image" Target="../media/image36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Relationship Id="rId9" Type="http://schemas.openxmlformats.org/officeDocument/2006/relationships/image" Target="../media/image3.jpe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cid:image015.jpg@01CFD0D2.CCBD47A0" TargetMode="External"/><Relationship Id="rId3" Type="http://schemas.openxmlformats.org/officeDocument/2006/relationships/audio" Target="../media/audio2.wav"/><Relationship Id="rId7" Type="http://schemas.openxmlformats.org/officeDocument/2006/relationships/image" Target="../media/image37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Relationship Id="rId9" Type="http://schemas.openxmlformats.org/officeDocument/2006/relationships/image" Target="../media/image3.jpe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cid:image016.jpg@01CFD0D2.CCBD47A0" TargetMode="External"/><Relationship Id="rId3" Type="http://schemas.openxmlformats.org/officeDocument/2006/relationships/audio" Target="../media/audio2.wav"/><Relationship Id="rId7" Type="http://schemas.openxmlformats.org/officeDocument/2006/relationships/image" Target="../media/image38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Relationship Id="rId9" Type="http://schemas.openxmlformats.org/officeDocument/2006/relationships/image" Target="../media/image3.jpe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cid:image017.jpg@01CFD0D2.CCBD47A0" TargetMode="External"/><Relationship Id="rId3" Type="http://schemas.openxmlformats.org/officeDocument/2006/relationships/audio" Target="../media/audio2.wav"/><Relationship Id="rId7" Type="http://schemas.openxmlformats.org/officeDocument/2006/relationships/image" Target="../media/image39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Relationship Id="rId9" Type="http://schemas.openxmlformats.org/officeDocument/2006/relationships/image" Target="../media/image3.jpe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cid:image018.jpg@01CFD0D2.CCBD47A0" TargetMode="External"/><Relationship Id="rId3" Type="http://schemas.openxmlformats.org/officeDocument/2006/relationships/audio" Target="../media/audio2.wav"/><Relationship Id="rId7" Type="http://schemas.openxmlformats.org/officeDocument/2006/relationships/image" Target="../media/image40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Relationship Id="rId9" Type="http://schemas.openxmlformats.org/officeDocument/2006/relationships/image" Target="../media/image3.jpe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cid:image019.jpg@01CFD0D2.CCBD47A0" TargetMode="External"/><Relationship Id="rId3" Type="http://schemas.openxmlformats.org/officeDocument/2006/relationships/audio" Target="../media/audio2.wav"/><Relationship Id="rId7" Type="http://schemas.openxmlformats.org/officeDocument/2006/relationships/image" Target="../media/image41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Relationship Id="rId9" Type="http://schemas.openxmlformats.org/officeDocument/2006/relationships/image" Target="../media/image3.jpe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42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43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audio" Target="../media/audio4.wav"/><Relationship Id="rId7" Type="http://schemas.openxmlformats.org/officeDocument/2006/relationships/hyperlink" Target="mailto:rahulsakhuja@yahoo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audio" Target="../media/audio3.wav"/><Relationship Id="rId4" Type="http://schemas.openxmlformats.org/officeDocument/2006/relationships/audio" Target="../media/audio2.wav"/><Relationship Id="rId9" Type="http://schemas.openxmlformats.org/officeDocument/2006/relationships/image" Target="../media/image3.jpe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45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46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47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48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49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50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51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52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eg"/><Relationship Id="rId3" Type="http://schemas.openxmlformats.org/officeDocument/2006/relationships/audio" Target="../media/audio2.wav"/><Relationship Id="rId7" Type="http://schemas.openxmlformats.org/officeDocument/2006/relationships/image" Target="../media/image53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Relationship Id="rId9" Type="http://schemas.openxmlformats.org/officeDocument/2006/relationships/image" Target="../media/image3.jpe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3" Type="http://schemas.openxmlformats.org/officeDocument/2006/relationships/audio" Target="../media/audio2.wav"/><Relationship Id="rId7" Type="http://schemas.openxmlformats.org/officeDocument/2006/relationships/image" Target="../media/image55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Relationship Id="rId9" Type="http://schemas.openxmlformats.org/officeDocument/2006/relationships/image" Target="../media/image3.jpe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cid:image001.jpg@01D0574B.7C802140" TargetMode="External"/><Relationship Id="rId3" Type="http://schemas.openxmlformats.org/officeDocument/2006/relationships/audio" Target="../media/audio2.wav"/><Relationship Id="rId7" Type="http://schemas.openxmlformats.org/officeDocument/2006/relationships/image" Target="../media/image56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Relationship Id="rId9" Type="http://schemas.openxmlformats.org/officeDocument/2006/relationships/image" Target="../media/image3.jpe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57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58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59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60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61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3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62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18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63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64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audio" Target="../media/audio2.wav"/><Relationship Id="rId7" Type="http://schemas.openxmlformats.org/officeDocument/2006/relationships/image" Target="../media/image65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rahulsakhuja@yahoo.com" TargetMode="External"/><Relationship Id="rId5" Type="http://schemas.openxmlformats.org/officeDocument/2006/relationships/image" Target="../media/image1.png"/><Relationship Id="rId4" Type="http://schemas.openxmlformats.org/officeDocument/2006/relationships/audio" Target="../media/audio3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53539" y="5791200"/>
            <a:ext cx="7347461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CORPORATION</a:t>
            </a:r>
            <a:endParaRPr lang="en-US" sz="30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0" y="6541483"/>
            <a:ext cx="6858000" cy="87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80999" y="4876800"/>
            <a:ext cx="8001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smtClean="0">
                <a:latin typeface="Copperplate Gothic Bold" pitchFamily="34" charset="0"/>
              </a:rPr>
              <a:t>SAFETY  EXPERTS</a:t>
            </a:r>
          </a:p>
        </p:txBody>
      </p:sp>
      <p:pic>
        <p:nvPicPr>
          <p:cNvPr id="2053" name="Picture 5" descr="E:\Live Grafix Dezine Data\Safety Lockout House\Hasp PNG File.png"/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6957341" y="228600"/>
            <a:ext cx="2110459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28601" y="348734"/>
            <a:ext cx="7391399" cy="83099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E-mail : rahulsakhuja@yahoo.com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TEL o. : 011-23215050, PAN No.ALYPS4894D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905000"/>
            <a:ext cx="62703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 smtClean="0">
                <a:solidFill>
                  <a:srgbClr val="FF0000"/>
                </a:solidFill>
              </a:rPr>
              <a:t>CLIENT : ………………</a:t>
            </a:r>
            <a:endParaRPr lang="en-US" sz="2200" b="1" dirty="0">
              <a:solidFill>
                <a:srgbClr val="FF0000"/>
              </a:solidFill>
            </a:endParaRPr>
          </a:p>
        </p:txBody>
      </p:sp>
      <p:pic>
        <p:nvPicPr>
          <p:cNvPr id="13" name="Picture 12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834640" y="2697480"/>
            <a:ext cx="3474720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09258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1600" advClick="0" advTm="2000">
        <p14:prism isInverted="1"/>
      </p:transition>
    </mc:Choice>
    <mc:Fallback>
      <p:transition spd="slow" advClick="0" advTm="2000">
        <p:fade/>
        <p:sndAc>
          <p:stSnd>
            <p:snd r:embed="rId2" name="pu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9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0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US-Waist-Pouch-3P-Kit-1 –- Rs.2,250/-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58477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sz="1600" b="1" dirty="0" smtClean="0">
                <a:solidFill>
                  <a:schemeClr val="bg1"/>
                </a:solidFill>
              </a:rPr>
              <a:t>E-mail : </a:t>
            </a:r>
            <a:r>
              <a:rPr lang="en-US" sz="1600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sz="1600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having 3 pocket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OSHA Padlock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</a:t>
            </a:r>
            <a:r>
              <a:rPr lang="en-US" sz="1200" dirty="0"/>
              <a:t>Hasp with </a:t>
            </a:r>
            <a:r>
              <a:rPr lang="en-US" sz="1200" dirty="0" smtClean="0"/>
              <a:t>6 </a:t>
            </a:r>
            <a:r>
              <a:rPr lang="en-US" sz="1200" dirty="0"/>
              <a:t>holes 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</a:t>
            </a:r>
            <a:r>
              <a:rPr lang="en-US" sz="1200" dirty="0"/>
              <a:t>with </a:t>
            </a:r>
            <a:r>
              <a:rPr lang="en-US" sz="1200" dirty="0" smtClean="0"/>
              <a:t>4 holes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– 6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2" name="Picture 2" descr="D:\safety house\simran\NEW PHOTOS\small\lockout belt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143000"/>
            <a:ext cx="3886199" cy="4720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1" name="Picture 10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0532129" flipH="1" flipV="1">
            <a:off x="6238875" y="2028825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4180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9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1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2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3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7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9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52900" cy="67710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US-Waist-Pouch-3P-Kit-2 – Rs.2100/-</a:t>
            </a:r>
          </a:p>
          <a:p>
            <a:endParaRPr lang="en-US" sz="1200" b="1" dirty="0" smtClean="0"/>
          </a:p>
          <a:p>
            <a:endParaRPr lang="en-US" sz="12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having 3 pocket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Guide Book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– 5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9218" name="Picture 2" descr="D:\safety house\simran\NEW PHOTOS\6 (2)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143001"/>
            <a:ext cx="4267200" cy="4184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9448536" flipH="1" flipV="1">
            <a:off x="5735256" y="1762365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6734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529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US-Waist-Pouch-3P-Kit-3 – Rs.1,400/-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having 3 pocket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10242" name="Picture 2" descr="D:\safety house\simran\NEW PHOTOS\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371600"/>
            <a:ext cx="4114800" cy="422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0284455" flipH="1" flipV="1">
            <a:off x="6402783" y="2004976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875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529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US-Waist-Pouch-3P-Kit-3 – Rs.1,400/-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having 3 pocket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10242" name="Picture 2" descr="D:\safety house\simran\NEW PHOTOS\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371600"/>
            <a:ext cx="4114800" cy="422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0305730" flipH="1" flipV="1">
            <a:off x="6398505" y="1999058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875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529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US-Waist-Pouch-3P-Kit-3 – Rs.1,400/-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having 3 pocket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10242" name="Picture 2" descr="D:\safety house\simran\NEW PHOTOS\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371600"/>
            <a:ext cx="4114800" cy="422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0000981" flipH="1" flipV="1">
            <a:off x="6398744" y="2026428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875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US-Red-Bag-Kit-1 – Rs.2,400/-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OSHA Padlock with extra long shackle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</a:t>
            </a:r>
            <a:r>
              <a:rPr lang="en-US" sz="1200" dirty="0"/>
              <a:t>Hasp with </a:t>
            </a:r>
            <a:r>
              <a:rPr lang="en-US" sz="1200" dirty="0" smtClean="0"/>
              <a:t>6 </a:t>
            </a:r>
            <a:r>
              <a:rPr lang="en-US" sz="1200" dirty="0"/>
              <a:t>holes 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Cable Lockout–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Top Cable Lockout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  <a:endParaRPr lang="en-US" sz="1200" dirty="0"/>
          </a:p>
        </p:txBody>
      </p:sp>
      <p:pic>
        <p:nvPicPr>
          <p:cNvPr id="2050" name="Picture 2" descr="D:\safety house\simran\NEW PHOTOS\small\red bag kit 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295400"/>
            <a:ext cx="4191000" cy="4836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0612256" flipH="1" flipV="1">
            <a:off x="6705600" y="2295525"/>
            <a:ext cx="627415" cy="14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8955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US-Red-Bag-Kit-2 – Rs. 2000/-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</a:t>
            </a:r>
            <a:r>
              <a:rPr lang="en-US" sz="1200" dirty="0"/>
              <a:t>Hasp with </a:t>
            </a:r>
            <a:r>
              <a:rPr lang="en-US" sz="1200" dirty="0" smtClean="0"/>
              <a:t>4 holes </a:t>
            </a:r>
            <a:r>
              <a:rPr lang="en-US" sz="1200" dirty="0"/>
              <a:t>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Cable Lockout–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Lockout – 2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- 4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Labeled Hasp – 1 pc</a:t>
            </a:r>
            <a:endParaRPr lang="en-US" sz="1200" dirty="0"/>
          </a:p>
        </p:txBody>
      </p:sp>
      <p:pic>
        <p:nvPicPr>
          <p:cNvPr id="3074" name="Picture 2" descr="D:\safety house\simran\NEW PHOTOS\small\red bag kit 2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066800"/>
            <a:ext cx="3771899" cy="4961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6875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US-Red-Bag-Kit-3 – Rs. 2,200/-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</a:t>
            </a:r>
            <a:r>
              <a:rPr lang="en-US" sz="1200" dirty="0"/>
              <a:t>Hasp with </a:t>
            </a:r>
            <a:r>
              <a:rPr lang="en-US" sz="1200" dirty="0" smtClean="0"/>
              <a:t>4 holes </a:t>
            </a:r>
            <a:r>
              <a:rPr lang="en-US" sz="1200" dirty="0"/>
              <a:t>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Cable Lockout–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Lockout – 2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- 4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</a:t>
            </a:r>
            <a:r>
              <a:rPr lang="en-US" sz="1200" dirty="0"/>
              <a:t>t</a:t>
            </a:r>
            <a:r>
              <a:rPr lang="en-US" sz="1200" dirty="0" smtClean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Guide Book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Bar Type Lockout -1 pc</a:t>
            </a:r>
            <a:endParaRPr lang="en-US" sz="1200" dirty="0"/>
          </a:p>
        </p:txBody>
      </p:sp>
      <p:pic>
        <p:nvPicPr>
          <p:cNvPr id="12291" name="Picture 3" descr="D:\safety house\simran\NEW PHOTOS\small\red bag 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828800"/>
            <a:ext cx="3937001" cy="4007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552192">
            <a:off x="6646909" y="2521749"/>
            <a:ext cx="1066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11168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US-Red-Bag-Kit-4 – Rs.1,800/-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6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  <a:endParaRPr lang="en-US" sz="1200" dirty="0"/>
          </a:p>
        </p:txBody>
      </p:sp>
      <p:pic>
        <p:nvPicPr>
          <p:cNvPr id="5122" name="Picture 2" descr="D:\safety house\simran\NEW PHOTOS\small\red bag kit 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572001" y="1219200"/>
            <a:ext cx="3975100" cy="453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1428892" flipH="1" flipV="1">
            <a:off x="6619071" y="2647950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43564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US-Red-Bag-Kit-6 – Rs. 2,600/-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4929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Top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2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Plug Lockout – </a:t>
            </a:r>
            <a:r>
              <a:rPr lang="en-US" sz="1200" dirty="0" smtClean="0"/>
              <a:t>Small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Large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Gate Valve Lockout – 25-63.5mm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14338" name="Picture 2" descr="D:\safety house\simran\NEW PHOTOS\8 (2).jp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7424" t="3854" r="4647"/>
          <a:stretch/>
        </p:blipFill>
        <p:spPr bwMode="auto">
          <a:xfrm>
            <a:off x="4650652" y="1219200"/>
            <a:ext cx="4103824" cy="411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1048484" flipH="1" flipV="1">
            <a:off x="6200774" y="2334576"/>
            <a:ext cx="847735" cy="8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50450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</a:t>
            </a:r>
            <a:r>
              <a:rPr lang="en-US" sz="1400" b="1" dirty="0" smtClean="0"/>
              <a:t>U</a:t>
            </a:r>
            <a:r>
              <a:rPr lang="en-US" sz="1400" b="1" dirty="0" smtClean="0"/>
              <a:t>S-Yellow-Bag-Kit-1 </a:t>
            </a:r>
            <a:r>
              <a:rPr lang="en-US" sz="1400" b="1" dirty="0" smtClean="0"/>
              <a:t>– Rs.1,500/-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Yellow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Padlock– 4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with 4 holes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6146" name="Picture 2" descr="D:\safety house\simran\NEW PHOTOS\small\yellow bag kit 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600200"/>
            <a:ext cx="4013200" cy="412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1366236" flipH="1" flipV="1">
            <a:off x="6172200" y="1810764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447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US-Yellow-Bag-Kit-2 – Rs.2.200/-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Yellow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OSHA Padlock with extra long shackle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Scissor Cable Lockout–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Top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MCB Lockout different models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MCCB Lockout – 1 pc</a:t>
            </a:r>
          </a:p>
        </p:txBody>
      </p:sp>
      <p:pic>
        <p:nvPicPr>
          <p:cNvPr id="7170" name="Picture 2" descr="D:\safety house\simran\NEW PHOTOS\small\yellow bag kit 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143000"/>
            <a:ext cx="4114800" cy="4864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0800000" flipH="1" flipV="1">
            <a:off x="6162675" y="1609726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47938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US-Yellow-Bag-Kit-3 – Rs.2,100/-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4929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 - Yellow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Lockout Tag – 10 </a:t>
            </a:r>
            <a:r>
              <a:rPr lang="en-US" sz="1200" dirty="0" smtClean="0"/>
              <a:t>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Guide Book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</a:t>
            </a:r>
            <a:r>
              <a:rPr lang="en-US" sz="1200" dirty="0" smtClean="0"/>
              <a:t>Padlock long and regular shackle </a:t>
            </a:r>
            <a:r>
              <a:rPr lang="en-US" sz="1200" dirty="0"/>
              <a:t>– </a:t>
            </a:r>
            <a:r>
              <a:rPr lang="en-US" sz="1200" dirty="0" smtClean="0"/>
              <a:t>4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Scissor Cable Lockout–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</a:t>
            </a:r>
            <a:r>
              <a:rPr lang="en-US" sz="1200" dirty="0"/>
              <a:t>– </a:t>
            </a:r>
            <a:r>
              <a:rPr lang="en-US" sz="1200" dirty="0" smtClean="0"/>
              <a:t>2 pcs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MCB Lockout different models – </a:t>
            </a:r>
            <a:r>
              <a:rPr lang="en-US" sz="1200" dirty="0" smtClean="0"/>
              <a:t>5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MCCB Lockout – 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  <a:endParaRPr lang="en-US" sz="1200" dirty="0"/>
          </a:p>
        </p:txBody>
      </p:sp>
      <p:pic>
        <p:nvPicPr>
          <p:cNvPr id="8194" name="Picture 2" descr="D:\safety house\simran\NEW PHOTOS\2 (2)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057400"/>
            <a:ext cx="4250588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0800000" flipH="1" flipV="1">
            <a:off x="6858000" y="2219325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1157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US-Black-WP-Kit-1 – Rs.2,100/-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Black- 1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Lockout Tag – 10 </a:t>
            </a:r>
            <a:r>
              <a:rPr lang="en-US" sz="1200" dirty="0" smtClean="0"/>
              <a:t>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Guide Book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Dielectric </a:t>
            </a:r>
            <a:r>
              <a:rPr lang="en-US" sz="1200" dirty="0" smtClean="0"/>
              <a:t>Padlock long and regular shackle </a:t>
            </a:r>
            <a:r>
              <a:rPr lang="en-US" sz="1200" dirty="0"/>
              <a:t>– </a:t>
            </a:r>
            <a:r>
              <a:rPr lang="en-US" sz="1200" dirty="0" smtClean="0"/>
              <a:t>5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</a:t>
            </a:r>
            <a:r>
              <a:rPr lang="en-US" sz="1200" dirty="0"/>
              <a:t>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Scissor Cable Lockout–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</a:t>
            </a:r>
            <a:r>
              <a:rPr lang="en-US" sz="1200" dirty="0"/>
              <a:t>Lockout different models – </a:t>
            </a:r>
            <a:r>
              <a:rPr lang="en-US" sz="1200" dirty="0" smtClean="0"/>
              <a:t>7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  <a:endParaRPr lang="en-US" sz="1200" dirty="0"/>
          </a:p>
        </p:txBody>
      </p:sp>
      <p:pic>
        <p:nvPicPr>
          <p:cNvPr id="18434" name="Picture 2" descr="D:\safety house\simran\NEW PHOTOS\9 (2)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21486" y="1219200"/>
            <a:ext cx="4017713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40424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US-Black-WP-Kit-2- Rs. 1,200/-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Black- 1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Lockout Tag – </a:t>
            </a:r>
            <a:r>
              <a:rPr lang="en-US" sz="1200" dirty="0" smtClean="0"/>
              <a:t>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long and regular shackle </a:t>
            </a:r>
            <a:r>
              <a:rPr lang="en-US" sz="1200" dirty="0"/>
              <a:t>– 3</a:t>
            </a:r>
            <a:r>
              <a:rPr lang="en-US" sz="1200" dirty="0" smtClean="0"/>
              <a:t>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 with 6 holes – </a:t>
            </a:r>
            <a:r>
              <a:rPr lang="en-US" sz="1200" dirty="0"/>
              <a:t>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</a:t>
            </a:r>
            <a:r>
              <a:rPr lang="en-US" sz="1200" dirty="0"/>
              <a:t>Lockout different models – </a:t>
            </a:r>
            <a:r>
              <a:rPr lang="en-US" sz="1200" dirty="0" smtClean="0"/>
              <a:t>2 </a:t>
            </a:r>
            <a:r>
              <a:rPr lang="en-US" sz="1200" dirty="0"/>
              <a:t>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Slider Hasp – </a:t>
            </a:r>
            <a:r>
              <a:rPr lang="en-US" sz="1200" dirty="0"/>
              <a:t>1 </a:t>
            </a:r>
            <a:r>
              <a:rPr lang="en-US" sz="1200" dirty="0" smtClean="0"/>
              <a:t>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</a:t>
            </a:r>
            <a:r>
              <a:rPr lang="en-US" sz="1200" dirty="0"/>
              <a:t>5</a:t>
            </a:r>
            <a:r>
              <a:rPr lang="en-US" sz="1200" dirty="0" smtClean="0"/>
              <a:t> pcs</a:t>
            </a:r>
            <a:endParaRPr lang="en-US" sz="1200" dirty="0"/>
          </a:p>
        </p:txBody>
      </p:sp>
      <p:pic>
        <p:nvPicPr>
          <p:cNvPr id="19458" name="Picture 2" descr="D:\safety house\simran\NEW PHOTOS\25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066801"/>
            <a:ext cx="3821289" cy="4967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21310451">
            <a:off x="5903729" y="1904348"/>
            <a:ext cx="874965" cy="42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2017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 Pouch Kit – Rs.1,900/-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38499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OSHA Padlock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different models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- 1</a:t>
            </a:r>
            <a:endParaRPr lang="en-US" sz="1200" dirty="0"/>
          </a:p>
        </p:txBody>
      </p:sp>
      <p:pic>
        <p:nvPicPr>
          <p:cNvPr id="1026" name="Picture 2" descr="D:\cam photos\new photos\kits\ammended\IMG_20151226_16204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19200"/>
            <a:ext cx="3887129" cy="36882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143000"/>
            <a:ext cx="39624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US-ELEC-CABLE-KIT – Rs.3,350/-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224676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Red Bag  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yellow red  color  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Small hasp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MUCB Yellow lockout –  </a:t>
            </a:r>
            <a:r>
              <a:rPr lang="en-US" sz="1400" dirty="0"/>
              <a:t>1</a:t>
            </a:r>
            <a:r>
              <a:rPr lang="en-US" sz="1400" dirty="0" smtClean="0"/>
              <a:t>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H</a:t>
            </a:r>
            <a:r>
              <a:rPr lang="en-US" sz="1400" dirty="0"/>
              <a:t>andle Lockout – </a:t>
            </a:r>
            <a:r>
              <a:rPr lang="en-US" sz="1400" dirty="0" smtClean="0"/>
              <a:t>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push button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Big Multipurpose Cable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Rack cover lockout – 1 pc  </a:t>
            </a:r>
          </a:p>
        </p:txBody>
      </p:sp>
      <p:pic>
        <p:nvPicPr>
          <p:cNvPr id="4098" name="Picture 2" descr="D:\JYOTI ACCOUNTS\JYOTI\02.01.2017\kit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56352" y="1219201"/>
            <a:ext cx="4559048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5" name="Picture 14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63063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28599" y="1350526"/>
            <a:ext cx="4800601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Yellow Electrical Kit Small – 1 – Rs.1,550/-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8925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</a:p>
          <a:p>
            <a:pPr algn="ctr"/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599" y="1731526"/>
            <a:ext cx="4267201" cy="20313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</a:t>
            </a:r>
            <a:r>
              <a:rPr lang="en-US" sz="1400" dirty="0" err="1" smtClean="0"/>
              <a:t>diffrent</a:t>
            </a:r>
            <a:r>
              <a:rPr lang="en-US" sz="1400" dirty="0" smtClean="0"/>
              <a:t> color   – 3 Pc 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Plug lockout small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Rackout</a:t>
            </a:r>
            <a:r>
              <a:rPr lang="en-US" sz="1400" dirty="0" smtClean="0"/>
              <a:t> Cover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 cable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Pin different model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Universal Circuit Breaker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Di-Electric 6 hole hasp – 1 pc </a:t>
            </a:r>
          </a:p>
        </p:txBody>
      </p:sp>
      <p:pic>
        <p:nvPicPr>
          <p:cNvPr id="3074" name="Picture 2" descr="D:\JYOTI ACCOUNTS\JYOTI\KIT File\10-11-2016\kit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752601"/>
            <a:ext cx="4191000" cy="3429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6" name="Picture 15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5577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237595"/>
            <a:ext cx="46482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Yellow Electrical Kit Small – 2 – Rs. 1,400/-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7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050" name="Picture 2" descr="D:\Jyoti Account\10-11-2016\kit2.jpg"/>
          <p:cNvPicPr>
            <a:picLocks noChangeAspect="1" noChangeArrowheads="1"/>
          </p:cNvPicPr>
          <p:nvPr/>
        </p:nvPicPr>
        <p:blipFill>
          <a:blip r:embed="rId8" cstate="print"/>
          <a:srcRect l="-3525" t="3509" b="-1754"/>
          <a:stretch>
            <a:fillRect/>
          </a:stretch>
        </p:blipFill>
        <p:spPr bwMode="auto">
          <a:xfrm>
            <a:off x="4648200" y="1676400"/>
            <a:ext cx="4114800" cy="3671620"/>
          </a:xfrm>
          <a:prstGeom prst="rect">
            <a:avLst/>
          </a:prstGeom>
          <a:noFill/>
        </p:spPr>
      </p:pic>
      <p:sp>
        <p:nvSpPr>
          <p:cNvPr id="15" name="TextBox 14"/>
          <p:cNvSpPr txBox="1"/>
          <p:nvPr/>
        </p:nvSpPr>
        <p:spPr>
          <a:xfrm>
            <a:off x="304800" y="1618595"/>
            <a:ext cx="4114800" cy="203132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</a:t>
            </a:r>
            <a:r>
              <a:rPr lang="en-US" sz="1400" dirty="0" err="1" smtClean="0"/>
              <a:t>diffrent</a:t>
            </a:r>
            <a:r>
              <a:rPr lang="en-US" sz="1400" dirty="0" smtClean="0"/>
              <a:t> color   – 2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Regular shackle re color – 1 pc 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small- 1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Plug lockout small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Rackout</a:t>
            </a:r>
            <a:r>
              <a:rPr lang="en-US" sz="1400" dirty="0" smtClean="0"/>
              <a:t> Cover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Dielectric Yellow Hasp –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lockout different model – 4 pc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6" name="Picture 15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2306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579126"/>
            <a:ext cx="46482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Yellow Electrical Kit Small – 3 – Rs.1,700/-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800" y="1960126"/>
            <a:ext cx="4114800" cy="224676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red color  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regular shackle red color – 3pc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small- 1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Push Button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Rackout</a:t>
            </a:r>
            <a:r>
              <a:rPr lang="en-US" sz="1400" dirty="0" smtClean="0"/>
              <a:t> Cover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Pin different model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Universal Circuit Breaker Lockout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Dielectric Yellow Hasp – 1 pc </a:t>
            </a:r>
          </a:p>
        </p:txBody>
      </p:sp>
      <p:pic>
        <p:nvPicPr>
          <p:cNvPr id="2050" name="Picture 2" descr="D:\JYOTI ACCOUNTS\JYOTI\KIT File\10-11-2016\kit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295400"/>
            <a:ext cx="40386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6" name="Picture 15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73522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799" y="1143001"/>
            <a:ext cx="4953001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Yellow Electrical Kit Small – 4- Rs.1,500/-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4800" y="1524000"/>
            <a:ext cx="4114800" cy="160043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different  color  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Universal Circuit Breaker Lockout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Scissor cable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Dual Scissor 6 Hasp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1 pc </a:t>
            </a:r>
          </a:p>
        </p:txBody>
      </p:sp>
      <p:pic>
        <p:nvPicPr>
          <p:cNvPr id="1026" name="Picture 2" descr="D:\JYOTI ACCOUNTS\JYOTI\KIT File\10-11-2016\kit4.jp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4266"/>
          <a:stretch/>
        </p:blipFill>
        <p:spPr bwMode="auto">
          <a:xfrm>
            <a:off x="4724401" y="1524000"/>
            <a:ext cx="4038600" cy="3761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6" name="Picture 15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9020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143000"/>
            <a:ext cx="52578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Item code – Yellow Electrical Kit Small - 5</a:t>
            </a:r>
            <a:endParaRPr lang="en-US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4800" y="1524000"/>
            <a:ext cx="4191000" cy="160043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Yellow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</a:t>
            </a:r>
            <a:r>
              <a:rPr lang="en-US" sz="1400" dirty="0" err="1" smtClean="0"/>
              <a:t>diffrent</a:t>
            </a:r>
            <a:r>
              <a:rPr lang="en-US" sz="1400" dirty="0" smtClean="0"/>
              <a:t> color   – 4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different model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Dielectric 6 hole hasp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1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push button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– 1 pc </a:t>
            </a:r>
          </a:p>
        </p:txBody>
      </p:sp>
      <p:pic>
        <p:nvPicPr>
          <p:cNvPr id="5122" name="Picture 2" descr="D:\Jyoti Account\10-11-2016\kit5.jpg"/>
          <p:cNvPicPr>
            <a:picLocks noChangeAspect="1" noChangeArrowheads="1"/>
          </p:cNvPicPr>
          <p:nvPr/>
        </p:nvPicPr>
        <p:blipFill>
          <a:blip r:embed="rId7" cstate="print"/>
          <a:srcRect l="-6031" r="-8565"/>
          <a:stretch>
            <a:fillRect/>
          </a:stretch>
        </p:blipFill>
        <p:spPr bwMode="auto">
          <a:xfrm>
            <a:off x="4495800" y="1600200"/>
            <a:ext cx="4419600" cy="4267200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6" name="Picture 15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01691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80999" y="1154668"/>
            <a:ext cx="4724399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US-STATION-ELEC-KIT-2 – Rs.6,200/-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1000" y="1524000"/>
            <a:ext cx="4114800" cy="37548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 station 6inch - 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MCB Lockout different model -  7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 Lockout padlock  Long shackle –  4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padlock  Regular shackle –4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Dielectric padlock – 2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hasp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hasp big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tag – 10 –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green tag – 2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Scissor cable lockout –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Screw driver –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Sign –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Pin different color  – 3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Breaker lockout kit – 1Pc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Electrical Panel Lockout </a:t>
            </a:r>
            <a:r>
              <a:rPr lang="en-US" sz="1400" dirty="0" err="1" smtClean="0"/>
              <a:t>transprent</a:t>
            </a:r>
            <a:r>
              <a:rPr lang="en-US" sz="1400" dirty="0" smtClean="0"/>
              <a:t> different modal – 3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Keyring</a:t>
            </a:r>
            <a:r>
              <a:rPr lang="en-US" sz="1400" dirty="0" smtClean="0"/>
              <a:t> different  color – 10 Pc </a:t>
            </a:r>
          </a:p>
        </p:txBody>
      </p:sp>
      <p:pic>
        <p:nvPicPr>
          <p:cNvPr id="1026" name="Picture 2" descr="G:\NEW PHOTOS\2.jpg"/>
          <p:cNvPicPr>
            <a:picLocks noChangeAspect="1" noChangeArrowheads="1"/>
          </p:cNvPicPr>
          <p:nvPr/>
        </p:nvPicPr>
        <p:blipFill rotWithShape="1">
          <a:blip r:embed="rId7" cstate="print"/>
          <a:srcRect l="15727" t="26032" r="6824" b="3284"/>
          <a:stretch/>
        </p:blipFill>
        <p:spPr bwMode="auto">
          <a:xfrm>
            <a:off x="4750130" y="1524000"/>
            <a:ext cx="4165270" cy="3819897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5" name="Picture 14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64741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US-Blue Pouch kit – Rs.1250/-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Blue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device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and regular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</a:t>
            </a:r>
            <a:r>
              <a:rPr lang="en-US" sz="1200" dirty="0"/>
              <a:t>1</a:t>
            </a:r>
            <a:r>
              <a:rPr lang="en-US" sz="1200" dirty="0" smtClean="0"/>
              <a:t>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2 pcs</a:t>
            </a:r>
            <a:endParaRPr lang="en-US" sz="1200" dirty="0"/>
          </a:p>
        </p:txBody>
      </p:sp>
      <p:pic>
        <p:nvPicPr>
          <p:cNvPr id="2050" name="Picture 2" descr="D:\cam photos\new photos\kits\ammended\IMG_20151226_163355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 b="12195"/>
          <a:stretch>
            <a:fillRect/>
          </a:stretch>
        </p:blipFill>
        <p:spPr bwMode="auto">
          <a:xfrm>
            <a:off x="4724400" y="1295400"/>
            <a:ext cx="3721373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3611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US-Black Waist pouch kit – Rs.1,200/-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Black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device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and regular – 2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</a:t>
            </a:r>
            <a:r>
              <a:rPr lang="en-US" sz="1200" dirty="0"/>
              <a:t>1</a:t>
            </a:r>
            <a:r>
              <a:rPr lang="en-US" sz="1200" dirty="0" smtClean="0"/>
              <a:t>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2 pcs</a:t>
            </a:r>
            <a:endParaRPr lang="en-US" sz="1200" dirty="0"/>
          </a:p>
        </p:txBody>
      </p:sp>
      <p:pic>
        <p:nvPicPr>
          <p:cNvPr id="3074" name="Picture 2" descr="D:\cam photos\new photos\kits\ammended\KIT 14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295400"/>
            <a:ext cx="3733800" cy="3644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94498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4196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US-Blue Waist pouch kit – Rs.1,300/-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Blue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  <a:endParaRPr lang="en-US" sz="1200" dirty="0"/>
          </a:p>
        </p:txBody>
      </p:sp>
      <p:pic>
        <p:nvPicPr>
          <p:cNvPr id="4098" name="Picture 2" descr="D:\cam photos\new photos\kits\ammended\kit 1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371600"/>
            <a:ext cx="37338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4102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 Waist pouch </a:t>
            </a:r>
            <a:r>
              <a:rPr lang="en-US" sz="1400" b="1" dirty="0"/>
              <a:t>kit– </a:t>
            </a:r>
            <a:r>
              <a:rPr lang="en-US" sz="1400" b="1" dirty="0" smtClean="0"/>
              <a:t>Rs.1,300-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  <a:endParaRPr lang="en-US" sz="1200" dirty="0"/>
          </a:p>
        </p:txBody>
      </p:sp>
      <p:pic>
        <p:nvPicPr>
          <p:cNvPr id="5122" name="Picture 2" descr="D:\cam photos\new photos\kits\ammended\kit 18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95400"/>
            <a:ext cx="3701143" cy="3710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97350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US-Black Waist pouch kit- Rs.2,100/-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Black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and regular shackle – </a:t>
            </a:r>
            <a:r>
              <a:rPr lang="en-US" sz="1200" dirty="0"/>
              <a:t>2</a:t>
            </a:r>
            <a:r>
              <a:rPr lang="en-US" sz="1200" dirty="0" smtClean="0"/>
              <a:t>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4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  <a:endParaRPr lang="en-US" sz="1200" dirty="0"/>
          </a:p>
        </p:txBody>
      </p:sp>
      <p:pic>
        <p:nvPicPr>
          <p:cNvPr id="6146" name="Picture 2" descr="D:\cam photos\new photos\kits\ammended\kit 22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295400"/>
            <a:ext cx="3861881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9143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US-Red Waist pouch kit – Rs.1,600/-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  <a:endParaRPr lang="en-US" sz="1200" dirty="0"/>
          </a:p>
        </p:txBody>
      </p:sp>
      <p:pic>
        <p:nvPicPr>
          <p:cNvPr id="7170" name="Picture 2" descr="D:\cam photos\new photos\kits\ammended\kit 2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95400"/>
            <a:ext cx="3886200" cy="3865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9206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US-Blue Waist pouch kit- Rs.1,600/-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Blue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</a:t>
            </a:r>
            <a:r>
              <a:rPr lang="en-US" sz="1200" dirty="0"/>
              <a:t>3</a:t>
            </a:r>
            <a:r>
              <a:rPr lang="en-US" sz="1200" dirty="0" smtClean="0"/>
              <a:t> pcs</a:t>
            </a:r>
            <a:endParaRPr lang="en-US" sz="1200" dirty="0"/>
          </a:p>
        </p:txBody>
      </p:sp>
      <p:pic>
        <p:nvPicPr>
          <p:cNvPr id="8194" name="Picture 2" descr="D:\cam photos\new photos\kits\ammended\kit 3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4401" y="1371600"/>
            <a:ext cx="4025822" cy="346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27009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US-Black pouch kit-Rs.1,900/-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7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- Black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7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</a:t>
            </a:r>
            <a:r>
              <a:rPr lang="en-US" sz="1200" dirty="0"/>
              <a:t>3</a:t>
            </a:r>
            <a:r>
              <a:rPr lang="en-US" sz="1200" dirty="0" smtClean="0"/>
              <a:t>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Book – 1 pc</a:t>
            </a:r>
            <a:endParaRPr lang="en-US" sz="1200" dirty="0"/>
          </a:p>
        </p:txBody>
      </p:sp>
      <p:pic>
        <p:nvPicPr>
          <p:cNvPr id="9218" name="Picture 2" descr="D:\cam photos\new photos\kits\ammended\kit 33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295400"/>
            <a:ext cx="385122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6025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US-Red pouch kit-Rs.1000/-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38499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-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10242" name="Picture 2" descr="D:\cam photos\new photos\kits\ammended\kit 3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295400"/>
            <a:ext cx="3733800" cy="3933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9759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US-Blue pouch kit-Rs.1000/-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138499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Blue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and regular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11266" name="Picture 2" descr="D:\cam photos\new photos\kits\ammended\kit 39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 xmlns="">
                  <a14:imgLayer r:embed="rId10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95400"/>
            <a:ext cx="3695700" cy="410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4948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US-Red pouch kit-Rs.1,900/-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" y="1600200"/>
            <a:ext cx="4114801" cy="26776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Red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with 6 holes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</a:t>
            </a:r>
            <a:r>
              <a:rPr lang="en-US" sz="1200" dirty="0" smtClean="0"/>
              <a:t>Premier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 Padlock – Long and regular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Device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  <a:endParaRPr lang="en-US" sz="1200" dirty="0"/>
          </a:p>
        </p:txBody>
      </p:sp>
      <p:pic>
        <p:nvPicPr>
          <p:cNvPr id="12290" name="Picture 2" descr="D:\cam photos\new photos\kits\ammended\kit 44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95400"/>
            <a:ext cx="3886200" cy="4150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6234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US-EWP-KIT </a:t>
            </a:r>
            <a:r>
              <a:rPr lang="en-US" sz="1400" b="1" dirty="0"/>
              <a:t>– </a:t>
            </a:r>
            <a:r>
              <a:rPr lang="en-US" sz="1400" b="1" dirty="0" smtClean="0"/>
              <a:t>Rs.3,400/-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Kit mechinical big.jpg"/>
          <p:cNvPicPr/>
          <p:nvPr/>
        </p:nvPicPr>
        <p:blipFill>
          <a:blip r:embed="rId7" r:link="rId8" cstate="print"/>
          <a:srcRect/>
          <a:stretch>
            <a:fillRect/>
          </a:stretch>
        </p:blipFill>
        <p:spPr bwMode="auto">
          <a:xfrm>
            <a:off x="5257800" y="1371601"/>
            <a:ext cx="35814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457200" y="1600200"/>
            <a:ext cx="4114801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Longs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3 pcs</a:t>
            </a: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21" name="Picture 20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934200" y="2537773"/>
            <a:ext cx="76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04614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US-MCB-L-KIT </a:t>
            </a:r>
            <a:r>
              <a:rPr lang="en-US" sz="1400" b="1" dirty="0"/>
              <a:t>–</a:t>
            </a:r>
            <a:r>
              <a:rPr lang="en-US" sz="1400" b="1" dirty="0" smtClean="0"/>
              <a:t>Rs.3,700/-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kit5.jpg"/>
          <p:cNvPicPr/>
          <p:nvPr/>
        </p:nvPicPr>
        <p:blipFill>
          <a:blip r:embed="rId7" r:link="rId8" cstate="print"/>
          <a:srcRect/>
          <a:stretch>
            <a:fillRect/>
          </a:stretch>
        </p:blipFill>
        <p:spPr bwMode="auto">
          <a:xfrm>
            <a:off x="4953000" y="1371600"/>
            <a:ext cx="3843337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6776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Long shackle – 4 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padlock – Regular shackle – 4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/ LCB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 - Small –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9122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US-PLUG-L-KIT </a:t>
            </a:r>
            <a:r>
              <a:rPr lang="en-US" sz="1400" b="1" dirty="0"/>
              <a:t>– </a:t>
            </a:r>
            <a:r>
              <a:rPr lang="en-US" sz="1400" b="1" dirty="0" smtClean="0"/>
              <a:t>Rs.2,400/-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ELECTRICAL LOTO KIT.jpg"/>
          <p:cNvPicPr/>
          <p:nvPr/>
        </p:nvPicPr>
        <p:blipFill>
          <a:blip r:embed="rId7" r:link="rId8" cstate="print"/>
          <a:srcRect/>
          <a:stretch>
            <a:fillRect/>
          </a:stretch>
        </p:blipFill>
        <p:spPr bwMode="auto">
          <a:xfrm>
            <a:off x="5181601" y="1295400"/>
            <a:ext cx="3772193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67765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</a:t>
            </a:r>
            <a:r>
              <a:rPr lang="en-US" sz="1200" dirty="0"/>
              <a:t>1</a:t>
            </a:r>
            <a:r>
              <a:rPr lang="en-US" sz="1200" dirty="0" smtClean="0"/>
              <a:t>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</a:t>
            </a:r>
            <a:r>
              <a:rPr lang="en-US" sz="1200" dirty="0"/>
              <a:t>1</a:t>
            </a:r>
            <a:r>
              <a:rPr lang="en-US" sz="1200" dirty="0" smtClean="0"/>
              <a:t>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 rot="624074">
            <a:off x="5437157" y="2195836"/>
            <a:ext cx="990600" cy="31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7470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US-ELEC-LOTO-KIT-Rs.3,800/-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K-ELEC kit.jpg"/>
          <p:cNvPicPr/>
          <p:nvPr/>
        </p:nvPicPr>
        <p:blipFill>
          <a:blip r:embed="rId7" r:link="rId8" cstate="print"/>
          <a:srcRect/>
          <a:stretch>
            <a:fillRect/>
          </a:stretch>
        </p:blipFill>
        <p:spPr bwMode="auto">
          <a:xfrm>
            <a:off x="5181601" y="1066800"/>
            <a:ext cx="3643311" cy="3724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86232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Longs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</a:t>
            </a:r>
            <a:r>
              <a:rPr lang="en-US" sz="1200" smtClean="0"/>
              <a:t>1 pc</a:t>
            </a: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21" name="Picture 20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 rot="308142">
            <a:off x="6553200" y="1828800"/>
            <a:ext cx="10668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37758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US-LT-STATION-KIT-Rs.4,450/-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loto station kit.jpg"/>
          <p:cNvPicPr/>
          <p:nvPr/>
        </p:nvPicPr>
        <p:blipFill>
          <a:blip r:embed="rId7" r:link="rId8" cstate="print"/>
          <a:srcRect/>
          <a:stretch>
            <a:fillRect/>
          </a:stretch>
        </p:blipFill>
        <p:spPr bwMode="auto">
          <a:xfrm>
            <a:off x="5029200" y="1371600"/>
            <a:ext cx="3796496" cy="3606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86232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Station- 1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4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Longs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Labels 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58292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US-ELEC-LOTO-KIT </a:t>
            </a:r>
            <a:r>
              <a:rPr lang="en-US" sz="1400" b="1" dirty="0"/>
              <a:t>– </a:t>
            </a:r>
            <a:r>
              <a:rPr lang="en-US" sz="1400" b="1" dirty="0" smtClean="0"/>
              <a:t>Rs.3,650/-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Kit mechinical big copy.jpg"/>
          <p:cNvPicPr/>
          <p:nvPr/>
        </p:nvPicPr>
        <p:blipFill>
          <a:blip r:embed="rId7" r:link="rId8" cstate="print"/>
          <a:srcRect/>
          <a:stretch>
            <a:fillRect/>
          </a:stretch>
        </p:blipFill>
        <p:spPr bwMode="auto">
          <a:xfrm>
            <a:off x="4953000" y="1905000"/>
            <a:ext cx="3790950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Bag- 1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Premier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Longs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6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3 pcs.</a:t>
            </a: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21" name="Picture 20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 rot="214279">
            <a:off x="6013293" y="2460884"/>
            <a:ext cx="1373684" cy="20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75116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US-PB-LOTO-KIT </a:t>
            </a:r>
            <a:r>
              <a:rPr lang="en-US" sz="1400" b="1" dirty="0"/>
              <a:t>– Rs. </a:t>
            </a:r>
            <a:r>
              <a:rPr lang="en-US" sz="1400" b="1" dirty="0" smtClean="0"/>
              <a:t>1050</a:t>
            </a:r>
            <a:r>
              <a:rPr lang="en-US" sz="1400" b="1" dirty="0"/>
              <a:t>/- </a:t>
            </a:r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DSC01141.JP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6800" y="1295400"/>
            <a:ext cx="3867468" cy="396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4929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Small Locks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–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– Square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Large – Square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  <a:p>
            <a:pPr marL="171450" indent="-171450">
              <a:buFont typeface="Arial" pitchFamily="34" charset="0"/>
              <a:buChar char="•"/>
            </a:pPr>
            <a:endParaRPr lang="en-US" sz="1200" dirty="0" smtClean="0"/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68867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US-ESSN-LOTO-KIT </a:t>
            </a:r>
            <a:r>
              <a:rPr lang="en-US" sz="1400" b="1" dirty="0"/>
              <a:t>– </a:t>
            </a:r>
            <a:r>
              <a:rPr lang="en-US" sz="1400" b="1" dirty="0" smtClean="0"/>
              <a:t>575/-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handy kit.jp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00600" y="1295400"/>
            <a:ext cx="4190999" cy="396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175432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Transparent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Hasp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Keyrings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22193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US-MCB-SMALL-KIT </a:t>
            </a:r>
            <a:r>
              <a:rPr lang="en-US" sz="1400" b="1" dirty="0"/>
              <a:t>– </a:t>
            </a:r>
            <a:r>
              <a:rPr lang="en-US" sz="1400" b="1" dirty="0" smtClean="0"/>
              <a:t>Rs.1610/-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7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CIRCUIT BREAKER LOTO KIT.jpg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648201" y="1219200"/>
            <a:ext cx="4063478" cy="3581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193899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Yellow Hasp – </a:t>
            </a:r>
            <a:r>
              <a:rPr lang="en-US" sz="1200" dirty="0"/>
              <a:t>2</a:t>
            </a:r>
            <a:r>
              <a:rPr lang="en-US" sz="1200" dirty="0" smtClean="0"/>
              <a:t>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Marker pen – 1 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867400" y="1611084"/>
            <a:ext cx="10668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3771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US-MCB-POUCH-KIT </a:t>
            </a:r>
            <a:r>
              <a:rPr lang="en-US" sz="1400" b="1" dirty="0"/>
              <a:t>– </a:t>
            </a:r>
            <a:r>
              <a:rPr lang="en-US" sz="1400" b="1" dirty="0" smtClean="0"/>
              <a:t>Rs.1150/-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kit 2.jp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24400" y="1143000"/>
            <a:ext cx="4267200" cy="3733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156966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Tie Bar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Padlock – 1 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5000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US-MCB-WPOUCH-KIT–Rs.1750/-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kit3.jp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48200" y="1295400"/>
            <a:ext cx="4267200" cy="457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4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0054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US-PB-MED-LOTO-KIT </a:t>
            </a:r>
            <a:r>
              <a:rPr lang="en-US" sz="1400" b="1" dirty="0"/>
              <a:t>– </a:t>
            </a:r>
            <a:r>
              <a:rPr lang="en-US" sz="1400" b="1" dirty="0" smtClean="0"/>
              <a:t>Rs.2500/-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kit4.jp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48200" y="1295400"/>
            <a:ext cx="4181475" cy="3733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34163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6 holes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Round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Square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Large – Round  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Small Locks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Labels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Book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LOTO CD presentation – 1 pc 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63192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US-LOTO-BASIC-KIT </a:t>
            </a:r>
            <a:r>
              <a:rPr lang="en-US" sz="1400" b="1" dirty="0"/>
              <a:t>–</a:t>
            </a:r>
            <a:r>
              <a:rPr lang="en-US" sz="1400" b="1" dirty="0" smtClean="0"/>
              <a:t>Rs.1550/-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K-LE-M-PB-Kit.jpg"/>
          <p:cNvPicPr/>
          <p:nvPr/>
        </p:nvPicPr>
        <p:blipFill>
          <a:blip r:embed="rId7" cstate="print"/>
          <a:srcRect l="1967"/>
          <a:stretch>
            <a:fillRect/>
          </a:stretch>
        </p:blipFill>
        <p:spPr>
          <a:xfrm>
            <a:off x="4800600" y="1143000"/>
            <a:ext cx="4114800" cy="411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553682">
            <a:off x="6324600" y="2209800"/>
            <a:ext cx="10668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7662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US-LOTO-BASIC-KIT </a:t>
            </a:r>
            <a:r>
              <a:rPr lang="en-US" sz="1400" b="1" dirty="0"/>
              <a:t>–</a:t>
            </a:r>
            <a:r>
              <a:rPr lang="en-US" sz="1400" b="1" dirty="0" smtClean="0"/>
              <a:t>Rs.1550/-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pic>
        <p:nvPicPr>
          <p:cNvPr id="14" name="Picture 13" descr="bag 2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724400" y="1143000"/>
            <a:ext cx="3886199" cy="443554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9646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US-LOTO-WP-BASIC-KIT- Rs.1365/-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K-LEWP KIT small.jp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648201" y="1371600"/>
            <a:ext cx="4201794" cy="403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7856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US-LOTO-WP-BASIC-KIT- Rs.1365/-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1600200"/>
            <a:ext cx="4114801" cy="212365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Waist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</p:txBody>
      </p:sp>
      <p:pic>
        <p:nvPicPr>
          <p:cNvPr id="14" name="Picture 13" descr="20150429_105715.jpg"/>
          <p:cNvPicPr>
            <a:picLocks noChangeAspect="1"/>
          </p:cNvPicPr>
          <p:nvPr/>
        </p:nvPicPr>
        <p:blipFill>
          <a:blip r:embed="rId7" cstate="print"/>
          <a:srcRect l="2461" t="977"/>
          <a:stretch>
            <a:fillRect/>
          </a:stretch>
        </p:blipFill>
        <p:spPr>
          <a:xfrm>
            <a:off x="4800600" y="1143000"/>
            <a:ext cx="4038600" cy="413057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29089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SH-MCB-LARGE-KIT – </a:t>
            </a:r>
            <a:r>
              <a:rPr lang="en-US" sz="1400" b="1" dirty="0" smtClean="0"/>
              <a:t>Rs.4365/-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6" name="Picture 15" descr="LOTO KIT.jp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24401" y="1447800"/>
            <a:ext cx="4108450" cy="396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378565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Pouch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15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Tie Bar Lockout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6 hole 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Labeled Hasp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10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Small Padlocks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6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</a:t>
            </a:r>
            <a:r>
              <a:rPr lang="en-US" sz="1200" dirty="0" err="1" smtClean="0"/>
              <a:t>Lables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Book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CD presentation – 1 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6200000">
            <a:off x="4838700" y="1852386"/>
            <a:ext cx="1143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3847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US-LOTO-ELEC-BOX-S-Rs.2500/-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1600200"/>
            <a:ext cx="4114801" cy="286232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Box–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- 1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</a:t>
            </a:r>
            <a:r>
              <a:rPr lang="en-US" sz="1200" dirty="0" err="1" smtClean="0"/>
              <a:t>Bigl</a:t>
            </a:r>
            <a:r>
              <a:rPr lang="en-US" sz="1200" dirty="0" smtClean="0"/>
              <a:t> </a:t>
            </a:r>
            <a:r>
              <a:rPr lang="en-US" sz="1200" dirty="0"/>
              <a:t>- 1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different models - 3 pcs</a:t>
            </a:r>
          </a:p>
        </p:txBody>
      </p:sp>
      <p:pic>
        <p:nvPicPr>
          <p:cNvPr id="1026" name="Picture 2" descr="Description: cid:image002.jpg@01D0ED79.67765B6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95837" y="1371600"/>
            <a:ext cx="2443163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 descr="Description: cid:image004.jpg@01D0ED79.67765B6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505200"/>
            <a:ext cx="3404507" cy="2392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6" name="Picture 15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16082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US-LOTO-ELEC-BOX-L-Rs.4275/-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1600200"/>
            <a:ext cx="4114801" cy="397031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Box–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Bar Lockout – 1 set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LCB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Ties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Small - 1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Vinyl coated Hasp – </a:t>
            </a:r>
            <a:r>
              <a:rPr lang="en-US" sz="1200" dirty="0" err="1" smtClean="0"/>
              <a:t>Bigl</a:t>
            </a:r>
            <a:r>
              <a:rPr lang="en-US" sz="1200" dirty="0" smtClean="0"/>
              <a:t> </a:t>
            </a:r>
            <a:r>
              <a:rPr lang="en-US" sz="1200" dirty="0"/>
              <a:t>- 1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2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2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Tie Bar Lockout – 1 pc.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Round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Electrical Panel Lockout – Small Square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err="1" smtClean="0"/>
              <a:t>Keyring</a:t>
            </a:r>
            <a:r>
              <a:rPr lang="en-US" sz="1200" dirty="0" smtClean="0"/>
              <a:t>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different models - 3 pcs</a:t>
            </a:r>
          </a:p>
        </p:txBody>
      </p:sp>
      <p:pic>
        <p:nvPicPr>
          <p:cNvPr id="2050" name="Picture 2" descr="Description: cid:image006.jpg@01D0ED79.67765B6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52600"/>
            <a:ext cx="28194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Description: cid:image002.jpg@01D0ED79.67765B6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219200"/>
            <a:ext cx="2133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6" name="Picture 15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93254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954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/>
              <a:t>Item code - </a:t>
            </a:r>
            <a:r>
              <a:rPr lang="en-US" sz="1400" b="1" dirty="0" smtClean="0"/>
              <a:t>US-ELEC-LARGE-KIT </a:t>
            </a:r>
            <a:r>
              <a:rPr lang="en-US" sz="1400" b="1" dirty="0"/>
              <a:t>– </a:t>
            </a:r>
            <a:r>
              <a:rPr lang="en-US" sz="1400" b="1" dirty="0" smtClean="0"/>
              <a:t>Rs.6100/- 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5" name="Picture 14" descr="electrical LOTO products.jpg"/>
          <p:cNvPicPr/>
          <p:nvPr/>
        </p:nvPicPr>
        <p:blipFill>
          <a:blip r:embed="rId7" r:link="rId8" cstate="print"/>
          <a:srcRect/>
          <a:stretch>
            <a:fillRect/>
          </a:stretch>
        </p:blipFill>
        <p:spPr bwMode="auto">
          <a:xfrm>
            <a:off x="4648200" y="1143000"/>
            <a:ext cx="4267199" cy="4242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457200" y="1600200"/>
            <a:ext cx="4114801" cy="378565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Station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Handle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Different Models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MCCB Lockout – 1pc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Bar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Push Button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Big Multipurpose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Scissor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Dielectric Hasp – Yellow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Double jaw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6 hole 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Labeled Hasp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3 pcs</a:t>
            </a:r>
            <a:endParaRPr lang="en-US" sz="1200" dirty="0"/>
          </a:p>
        </p:txBody>
      </p:sp>
      <p:sp>
        <p:nvSpPr>
          <p:cNvPr id="14" name="Rectangle 13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8" name="Picture 17" descr="unisafe 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36523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19200"/>
            <a:ext cx="4114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US-ELEC-Box-KIT-Rs.4000/-</a:t>
            </a:r>
            <a:endParaRPr lang="en-US" sz="1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1600200"/>
            <a:ext cx="4114801" cy="341632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Gate Valve Lockout – 02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1 pc</a:t>
            </a:r>
            <a:endParaRPr lang="en-US" sz="1200" dirty="0"/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</a:t>
            </a:r>
            <a:r>
              <a:rPr lang="en-US" sz="1200" dirty="0"/>
              <a:t>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Plug Lockout – </a:t>
            </a:r>
            <a:r>
              <a:rPr lang="en-US" sz="1200" dirty="0" smtClean="0"/>
              <a:t>Large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Lockout Device–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Labeled Hasp – 1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5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Long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Padlock – Regular shackle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Sign =- 1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Bar Lockout – 1 set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Pin Type 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Book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Writing pen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Screw Driver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Big Box</a:t>
            </a:r>
            <a:endParaRPr lang="en-US" sz="1200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7410" name="Picture 2" descr="D:\cam photos\new photos\kits\ammended\IMG_20151228_170044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143000"/>
            <a:ext cx="4038600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21147944">
            <a:off x="6498998" y="1825701"/>
            <a:ext cx="534162" cy="8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1817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7200" y="1219200"/>
            <a:ext cx="42672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US-Elect / MECH Mix Box-KIT-Rs.3400/-</a:t>
            </a:r>
            <a:endParaRPr lang="en-US" sz="1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1600200"/>
            <a:ext cx="4114801" cy="24929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Cylinder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Plug </a:t>
            </a:r>
            <a:r>
              <a:rPr lang="en-US" sz="1200" dirty="0"/>
              <a:t>Lockout – Small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/>
              <a:t>Plug Lockout – </a:t>
            </a:r>
            <a:r>
              <a:rPr lang="en-US" sz="1200" dirty="0" smtClean="0"/>
              <a:t>Large </a:t>
            </a:r>
            <a:r>
              <a:rPr lang="en-US" sz="1200" dirty="0"/>
              <a:t>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6 hole dielectric Hasp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Bar Lockout – 1 set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Tag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Vinyl coated Hasp – 2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Round type cable Lockout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OSHA Padlock – Long shackle – </a:t>
            </a:r>
            <a:r>
              <a:rPr lang="en-US" sz="1200" dirty="0"/>
              <a:t>3</a:t>
            </a:r>
            <a:r>
              <a:rPr lang="en-US" sz="1200" dirty="0" smtClean="0"/>
              <a:t>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MCB Lockout – 3 pcs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Rack In Out Lockout device –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Sign = 1 pc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sz="1200" dirty="0" smtClean="0"/>
              <a:t>Lockout Big Box</a:t>
            </a:r>
            <a:endParaRPr lang="en-US" sz="1200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6386" name="Picture 2" descr="D:\cam photos\new photos\kits\ammended\IMG_20151228_173950 copy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76801" y="1371600"/>
            <a:ext cx="3918404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90451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143000"/>
            <a:ext cx="51054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US-JUMBO-Kit – Rs.15500/-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D:\Media Drive\jyoti\kit\Unztitled-1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85800" y="1524000"/>
            <a:ext cx="7696200" cy="4430816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5" name="Picture 14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9" name="Picture 8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3962400" y="1981200"/>
            <a:ext cx="838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5586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81000" y="1143000"/>
            <a:ext cx="4114800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Item code – JUMBO Kit </a:t>
            </a:r>
            <a:endParaRPr lang="en-US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001" y="1524000"/>
            <a:ext cx="4114800" cy="412420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Beg  Red  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different color – 10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Regular shackle different color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small- 2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big  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Dielectric hasp 6 hole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MCB  different model  – 10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 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Rack cover in round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Scissor cable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MCCB lockout round upper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Breaker lockout kit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Writing Pen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Book – 2 </a:t>
            </a:r>
            <a:r>
              <a:rPr lang="en-US" sz="1600" dirty="0" smtClean="0"/>
              <a:t>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600" dirty="0"/>
              <a:t>EPL small Square shape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600" dirty="0"/>
              <a:t>Lockout Register – 2 Pc </a:t>
            </a:r>
            <a:endParaRPr lang="en-US" sz="1600" dirty="0" smtClean="0"/>
          </a:p>
          <a:p>
            <a:pPr marL="91440" indent="-171450">
              <a:buFont typeface="Arial" pitchFamily="34" charset="0"/>
              <a:buChar char="•"/>
            </a:pPr>
            <a:r>
              <a:rPr lang="en-US" sz="1600" dirty="0"/>
              <a:t>De – Electric yellow hasp – 2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600" dirty="0"/>
              <a:t>EPL Small round  shape – 2 Pc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400" y="1524000"/>
            <a:ext cx="4191000" cy="397031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EPL  Large round shape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EPL Extra large square shape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</a:t>
            </a:r>
            <a:r>
              <a:rPr lang="en-US" sz="1400" dirty="0" err="1"/>
              <a:t>Keyring</a:t>
            </a:r>
            <a:r>
              <a:rPr lang="en-US" sz="1400" dirty="0"/>
              <a:t> – 21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MCCB large circuit breaker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Cylinder yellow color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Plug lockout large – 2 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Mini pneumatic lockout device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Scaffolding  tag made of rewritable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Scaffolding tag holder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tag printed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Pin different color – 6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Eye medium size  – 20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Eye </a:t>
            </a:r>
            <a:r>
              <a:rPr lang="en-US" sz="1400" dirty="0" err="1"/>
              <a:t>lrage</a:t>
            </a:r>
            <a:r>
              <a:rPr lang="en-US" sz="1400" dirty="0"/>
              <a:t> size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Handle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Tie bar circuit breaker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Push button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Big multipurpose cable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Tag Hasp – 2 Pc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27379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28600" y="1143000"/>
            <a:ext cx="46482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US-STANDARD-ELECTRICAL KIT – Rs.5400/-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4" name="Picture 2" descr="G:\KITS\ELECTRICAL DEPARTMENT LOCKOUT TAGOUT KIT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419600" y="1752600"/>
            <a:ext cx="4550199" cy="4038600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304800" y="1524000"/>
            <a:ext cx="3962400" cy="418576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 Red  Pouch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different color   – 6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6 hole hasp – 2 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Di-Electric Yellow hasp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Big Multipurpose cable lockout- 2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Plug lockout small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Plug lockout Large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Pen – 1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Pin different model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different model – 11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Pen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Tie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Electrical Panel lockout small- 2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Electrical panel lockout Small square –  1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Electrical pane lockout big square – 2 pc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Handel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yellow cylinder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Scissor cable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 10 pc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876802" y="2438400"/>
            <a:ext cx="1041400" cy="308610"/>
          </a:xfrm>
          <a:prstGeom prst="rect">
            <a:avLst/>
          </a:prstGeom>
        </p:spPr>
      </p:pic>
      <p:pic>
        <p:nvPicPr>
          <p:cNvPr id="11" name="Picture 10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452836" y="1781175"/>
            <a:ext cx="957364" cy="23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7826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216223"/>
            <a:ext cx="52578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US-ELEC-STATION-LARGE-KIT – Rs.11900/-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6146" name="Picture 2" descr="G:\KITS\ELECTRICAL STATION KIT.jpg"/>
          <p:cNvPicPr>
            <a:picLocks noChangeAspect="1" noChangeArrowheads="1"/>
          </p:cNvPicPr>
          <p:nvPr/>
        </p:nvPicPr>
        <p:blipFill>
          <a:blip r:embed="rId7" cstate="print"/>
          <a:srcRect t="3428" r="1818"/>
          <a:stretch>
            <a:fillRect/>
          </a:stretch>
        </p:blipFill>
        <p:spPr bwMode="auto">
          <a:xfrm>
            <a:off x="304800" y="1600200"/>
            <a:ext cx="8229600" cy="4267200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5" name="Picture 14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7718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799" y="1143000"/>
            <a:ext cx="4267201" cy="369332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Item code – US-ELEC-STATION-LARGE-KIT</a:t>
            </a:r>
            <a:endParaRPr lang="en-US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37548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 Red  Station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long shackle </a:t>
            </a:r>
            <a:r>
              <a:rPr lang="en-US" sz="1400" dirty="0" err="1"/>
              <a:t>diffrent</a:t>
            </a:r>
            <a:r>
              <a:rPr lang="en-US" sz="1400" dirty="0"/>
              <a:t> color   – 6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Regular shackle – 6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6 hole hasp – 2  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Di-Electric Yellow hasp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Big Multipurpose cable lockout- 2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big hasp red color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Small hasp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</a:t>
            </a:r>
            <a:r>
              <a:rPr lang="en-US" sz="1400" dirty="0" err="1"/>
              <a:t>lable</a:t>
            </a:r>
            <a:r>
              <a:rPr lang="en-US" sz="1400" dirty="0"/>
              <a:t> hasp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Round </a:t>
            </a:r>
            <a:r>
              <a:rPr lang="en-US" sz="1400" dirty="0" err="1"/>
              <a:t>cble</a:t>
            </a:r>
            <a:r>
              <a:rPr lang="en-US" sz="1400" dirty="0"/>
              <a:t> lockout  - 2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Pin different model – 6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UCB different model – 11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Rack cover in round shape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Panel lockout small round- 1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panel lockout Small square –  1 pc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panel lockout big round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Electrical pane lockout big square – 1 pc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00200"/>
            <a:ext cx="3962400" cy="310854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Large circuit breaker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Large circuit breaker lockout round upper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Book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Register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Bar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Push button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Scaffold  tag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Scaffold Tag holder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padlock Eye Buffer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Padlock eye small / large size - 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Handle lockout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Lockout Tag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/>
              <a:t>Tie bar lockout - 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/>
              <a:t>Scissor cable lockout – 2 pc </a:t>
            </a:r>
            <a:endParaRPr lang="en-US" sz="1400" dirty="0"/>
          </a:p>
        </p:txBody>
      </p:sp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7" name="Picture 16" descr="unisafe 1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96604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799" y="1143000"/>
            <a:ext cx="4800599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Large Circuit Breaker Lockout Kit – Rs.4150/-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37548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smtClean="0"/>
              <a:t>Yellow pouch - 1</a:t>
            </a:r>
            <a:endParaRPr lang="en-US" sz="1400" dirty="0" smtClean="0"/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</a:t>
            </a:r>
            <a:r>
              <a:rPr lang="en-US" sz="1400" dirty="0" err="1" smtClean="0"/>
              <a:t>diffrent</a:t>
            </a:r>
            <a:r>
              <a:rPr lang="en-US" sz="1400" dirty="0" smtClean="0"/>
              <a:t> color  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regular shackle different – 6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Bravo lock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6 hole hasp – 2 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Di-Electric Yellow hasp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big hasp red color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Small hasp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Pin different model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different model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Tie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Pen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LCB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Book – 1 pc </a:t>
            </a:r>
            <a:endParaRPr lang="en-US" sz="1400" dirty="0"/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Bar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</a:t>
            </a:r>
            <a:r>
              <a:rPr lang="en-US" sz="1400" dirty="0" err="1" smtClean="0"/>
              <a:t>Keyring</a:t>
            </a:r>
            <a:r>
              <a:rPr lang="en-US" sz="1400" dirty="0" smtClean="0"/>
              <a:t> – 3 pc</a:t>
            </a:r>
          </a:p>
        </p:txBody>
      </p:sp>
      <p:pic>
        <p:nvPicPr>
          <p:cNvPr id="2050" name="Picture 2" descr="D:\JYOTI ACCOUNTS\JYOTI\02.01.2017\KIT YELLOW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4255" r="-1610"/>
          <a:stretch>
            <a:fillRect/>
          </a:stretch>
        </p:blipFill>
        <p:spPr bwMode="auto">
          <a:xfrm>
            <a:off x="4334756" y="1447800"/>
            <a:ext cx="4809244" cy="373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5" name="Picture 14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0800000" flipH="1" flipV="1">
            <a:off x="4791075" y="1704976"/>
            <a:ext cx="838200" cy="8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40059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143000"/>
            <a:ext cx="43053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- US-ELEC-LARGE-KIT – Rs. 3000/-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224676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Red Bag  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long shackle yellow red  color  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Small hasp – 4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UCB Yellow  lockout –  </a:t>
            </a:r>
            <a:r>
              <a:rPr lang="en-US" sz="1400" dirty="0"/>
              <a:t>1</a:t>
            </a:r>
            <a:r>
              <a:rPr lang="en-US" sz="1400" dirty="0" smtClean="0"/>
              <a:t>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handle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push button – 1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3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Big Multipurpose lockout – 2 pc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Rack cover lockout – 1 pc  </a:t>
            </a:r>
          </a:p>
        </p:txBody>
      </p:sp>
      <p:pic>
        <p:nvPicPr>
          <p:cNvPr id="4098" name="Picture 2" descr="D:\JYOTI ACCOUNTS\JYOTI\02.01.2017\kit7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56352" y="1447801"/>
            <a:ext cx="4330448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5" name="Picture 14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1969166" flipH="1" flipV="1">
            <a:off x="5919957" y="2614683"/>
            <a:ext cx="808204" cy="8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7731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800" y="1143000"/>
            <a:ext cx="4267201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US-HANDY-ELECTRICAL KIT – Rs. 2000/-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246221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Red Bag  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Padlock small shackle – </a:t>
            </a:r>
            <a:r>
              <a:rPr lang="en-US" sz="1400" dirty="0"/>
              <a:t>1</a:t>
            </a:r>
            <a:r>
              <a:rPr lang="en-US" sz="1400" dirty="0" smtClean="0"/>
              <a:t>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Di-Electric Padlock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Small hasp – 4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MCB Lockout Different Model - 5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Tie Bar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Pin In / Out Type Lockout – 3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Writing Pen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–Electric 6 hole hasp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Snap on Breaker Lockout – 1 pcs </a:t>
            </a:r>
          </a:p>
        </p:txBody>
      </p:sp>
      <p:pic>
        <p:nvPicPr>
          <p:cNvPr id="1026" name="Picture 2" descr="H:\29.12.2017\KIT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447800"/>
            <a:ext cx="4495800" cy="4183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5" name="Picture 14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11957700" flipH="1" flipV="1">
            <a:off x="6165485" y="2621182"/>
            <a:ext cx="1066800" cy="10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0441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28600" y="1143000"/>
            <a:ext cx="4305300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US-ELECTRICIAN-LOTO-KIT – Rs. 2600/-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224676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Yellow Pouch  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 Electric Padlock  – 3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MCB Lockout Different Model - 7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Scissor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Writing Pen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Screw Driver  - 1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–Electric 6 hole hasp – 3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fuse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Tie – 10 pcs </a:t>
            </a:r>
          </a:p>
        </p:txBody>
      </p:sp>
      <p:pic>
        <p:nvPicPr>
          <p:cNvPr id="2050" name="Picture 2" descr="H:\29.12.2017\KIT2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752600"/>
            <a:ext cx="4495800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5" name="Picture 14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234752" y="1924050"/>
            <a:ext cx="1143000" cy="1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3490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304799" y="1143000"/>
            <a:ext cx="4800599" cy="30777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Item code – US-ELECTRICAL-PERSONAL-KIT – Rs.3400/-</a:t>
            </a:r>
            <a:endParaRPr lang="en-US" sz="1400" b="1" dirty="0"/>
          </a:p>
        </p:txBody>
      </p:sp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6200" y="6770083"/>
            <a:ext cx="9067800" cy="11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1" y="6096000"/>
            <a:ext cx="9144000" cy="64633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chemeClr val="bg1"/>
                </a:solidFill>
              </a:rPr>
              <a:t>Add:  4615-15, GROUND FLOOR, GALI SHAHTARA,, AJMERI GATE, DELHI-110006</a:t>
            </a:r>
          </a:p>
          <a:p>
            <a:pPr algn="ctr"/>
            <a:r>
              <a:rPr lang="en-US" b="1" dirty="0" smtClean="0">
                <a:solidFill>
                  <a:schemeClr val="bg1"/>
                </a:solidFill>
              </a:rPr>
              <a:t>E-mail : </a:t>
            </a:r>
            <a:r>
              <a:rPr lang="en-US" b="1" dirty="0" smtClean="0">
                <a:solidFill>
                  <a:schemeClr val="bg1"/>
                </a:solidFill>
                <a:hlinkClick r:id="rId6"/>
              </a:rPr>
              <a:t>rahulsakhuja@yahoo.com</a:t>
            </a:r>
            <a:r>
              <a:rPr lang="en-US" b="1" dirty="0" smtClean="0">
                <a:solidFill>
                  <a:schemeClr val="bg1"/>
                </a:solidFill>
              </a:rPr>
              <a:t> TEL . : 011-23215050, Mob. No.9811048483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1524000"/>
            <a:ext cx="3962400" cy="37548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Belt Pouch  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 Electric Padlock  – 3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MCB Lockout Different Model - 7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Tag – 10 pcs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Round cable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Writing Pen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Screw Driver  - 1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–Electric 6 hole hasp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fuse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Lockout Hasp small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Di – Electric Yellow Hasp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Electrical Handle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Push Button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Loto Book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Circuit Breaker Lockout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err="1" smtClean="0"/>
              <a:t>Rackout</a:t>
            </a:r>
            <a:r>
              <a:rPr lang="en-US" sz="1400" dirty="0" smtClean="0"/>
              <a:t> Cover – 1 pcs </a:t>
            </a:r>
          </a:p>
          <a:p>
            <a:pPr marL="91440" indent="-171450">
              <a:buFont typeface="Arial" pitchFamily="34" charset="0"/>
              <a:buChar char="•"/>
            </a:pPr>
            <a:r>
              <a:rPr lang="en-US" sz="1400" dirty="0" smtClean="0"/>
              <a:t>Pin Different model – 3 pcs </a:t>
            </a:r>
          </a:p>
        </p:txBody>
      </p:sp>
      <p:pic>
        <p:nvPicPr>
          <p:cNvPr id="3074" name="Picture 2" descr="H:\29.12.2017\KIT3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447800"/>
            <a:ext cx="4706678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676400" y="819090"/>
            <a:ext cx="3886200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1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A UNIT OF SHIVA INDUSTRIAL CORPROTION</a:t>
            </a:r>
            <a:endParaRPr lang="en-US" sz="1600" b="1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799" y="284202"/>
            <a:ext cx="35052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latin typeface="Copperplate Gothic Bold" pitchFamily="34" charset="0"/>
              </a:rPr>
              <a:t>Safety  </a:t>
            </a:r>
            <a:r>
              <a:rPr lang="en-US" sz="2400" dirty="0" smtClean="0">
                <a:latin typeface="Copperplate Gothic Bold" pitchFamily="34" charset="0"/>
              </a:rPr>
              <a:t>EXPERTS</a:t>
            </a:r>
          </a:p>
        </p:txBody>
      </p:sp>
      <p:pic>
        <p:nvPicPr>
          <p:cNvPr id="15" name="Picture 14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28600" y="304800"/>
            <a:ext cx="1524000" cy="609600"/>
          </a:xfrm>
          <a:prstGeom prst="rect">
            <a:avLst/>
          </a:prstGeom>
        </p:spPr>
      </p:pic>
      <p:pic>
        <p:nvPicPr>
          <p:cNvPr id="10" name="Picture 9" descr="unisafe 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21404667">
            <a:off x="6329862" y="2557690"/>
            <a:ext cx="15240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1261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600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reez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4" presetID="34" presetClass="emph" presetSubtype="0" fill="hold" grpId="0" nodeType="withEffect">
                                  <p:stCondLst>
                                    <p:cond delay="28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5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7" dur="25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8" dur="25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9" dur="250" fill="hold">
                                          <p:stCondLst>
                                            <p:cond delay="7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2360</TotalTime>
  <Words>7698</Words>
  <Application>Microsoft Office PowerPoint</Application>
  <PresentationFormat>On-screen Show (4:3)</PresentationFormat>
  <Paragraphs>1121</Paragraphs>
  <Slides>67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6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PRANEETH REDDY</dc:creator>
  <cp:lastModifiedBy>INDIAN</cp:lastModifiedBy>
  <cp:revision>238</cp:revision>
  <dcterms:created xsi:type="dcterms:W3CDTF">2006-08-16T00:00:00Z</dcterms:created>
  <dcterms:modified xsi:type="dcterms:W3CDTF">2019-07-16T13:56:43Z</dcterms:modified>
</cp:coreProperties>
</file>