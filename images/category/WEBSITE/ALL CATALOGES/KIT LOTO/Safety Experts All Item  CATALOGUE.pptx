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61" r:id="rId2"/>
    <p:sldId id="307" r:id="rId3"/>
    <p:sldId id="308" r:id="rId4"/>
    <p:sldId id="309" r:id="rId5"/>
    <p:sldId id="347" r:id="rId6"/>
    <p:sldId id="346" r:id="rId7"/>
    <p:sldId id="310" r:id="rId8"/>
    <p:sldId id="311" r:id="rId9"/>
    <p:sldId id="312" r:id="rId10"/>
    <p:sldId id="314" r:id="rId11"/>
    <p:sldId id="316" r:id="rId12"/>
    <p:sldId id="317" r:id="rId13"/>
    <p:sldId id="318" r:id="rId14"/>
    <p:sldId id="319" r:id="rId15"/>
    <p:sldId id="320" r:id="rId16"/>
    <p:sldId id="321" r:id="rId17"/>
    <p:sldId id="263" r:id="rId18"/>
    <p:sldId id="325" r:id="rId19"/>
    <p:sldId id="326" r:id="rId20"/>
    <p:sldId id="327" r:id="rId21"/>
    <p:sldId id="328" r:id="rId22"/>
    <p:sldId id="329" r:id="rId23"/>
    <p:sldId id="330" r:id="rId24"/>
    <p:sldId id="332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288" r:id="rId37"/>
    <p:sldId id="264" r:id="rId38"/>
    <p:sldId id="265" r:id="rId39"/>
    <p:sldId id="266" r:id="rId40"/>
    <p:sldId id="267" r:id="rId41"/>
    <p:sldId id="268" r:id="rId42"/>
    <p:sldId id="271" r:id="rId43"/>
    <p:sldId id="273" r:id="rId44"/>
    <p:sldId id="274" r:id="rId45"/>
    <p:sldId id="275" r:id="rId46"/>
    <p:sldId id="276" r:id="rId47"/>
    <p:sldId id="277" r:id="rId48"/>
    <p:sldId id="278" r:id="rId49"/>
    <p:sldId id="283" r:id="rId50"/>
    <p:sldId id="279" r:id="rId51"/>
    <p:sldId id="284" r:id="rId52"/>
    <p:sldId id="280" r:id="rId53"/>
    <p:sldId id="285" r:id="rId54"/>
    <p:sldId id="286" r:id="rId55"/>
    <p:sldId id="281" r:id="rId56"/>
    <p:sldId id="304" r:id="rId57"/>
    <p:sldId id="303" r:id="rId58"/>
    <p:sldId id="335" r:id="rId59"/>
    <p:sldId id="336" r:id="rId60"/>
    <p:sldId id="337" r:id="rId61"/>
    <p:sldId id="338" r:id="rId62"/>
    <p:sldId id="339" r:id="rId63"/>
    <p:sldId id="340" r:id="rId64"/>
    <p:sldId id="345" r:id="rId65"/>
    <p:sldId id="342" r:id="rId66"/>
    <p:sldId id="343" r:id="rId67"/>
    <p:sldId id="344" r:id="rId6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96" d="100"/>
          <a:sy n="196" d="100"/>
        </p:scale>
        <p:origin x="2244" y="1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74FB8-1FEB-4FE2-A1A8-785B14103C14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275" y="4722813"/>
            <a:ext cx="5408613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4B31C-DC9A-48DB-88DA-B103BA48E2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3812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69E80-3D8B-4F2A-908F-824D555D499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3709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24B31C-DC9A-48DB-88DA-B103BA48E22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24B31C-DC9A-48DB-88DA-B103BA48E229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audio" Target="../media/audio4.wav"/><Relationship Id="rId4" Type="http://schemas.openxmlformats.org/officeDocument/2006/relationships/audio" Target="../media/audio3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4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1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1.wdp"/><Relationship Id="rId4" Type="http://schemas.openxmlformats.org/officeDocument/2006/relationships/audio" Target="../media/audio3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audio" Target="../media/audio4.wav"/><Relationship Id="rId7" Type="http://schemas.openxmlformats.org/officeDocument/2006/relationships/hyperlink" Target="mailto:rahulsakhuja@yahoo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2.wdp"/><Relationship Id="rId4" Type="http://schemas.openxmlformats.org/officeDocument/2006/relationships/audio" Target="../media/audio3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3.wdp"/><Relationship Id="rId4" Type="http://schemas.openxmlformats.org/officeDocument/2006/relationships/audio" Target="../media/audio3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4.wdp"/><Relationship Id="rId4" Type="http://schemas.openxmlformats.org/officeDocument/2006/relationships/audio" Target="../media/audio3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5.wdp"/><Relationship Id="rId4" Type="http://schemas.openxmlformats.org/officeDocument/2006/relationships/audio" Target="../media/audio3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6.wdp"/><Relationship Id="rId4" Type="http://schemas.openxmlformats.org/officeDocument/2006/relationships/audio" Target="../media/audio3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7.wdp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8.wdp"/><Relationship Id="rId4" Type="http://schemas.openxmlformats.org/officeDocument/2006/relationships/audio" Target="../media/audio3.wav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audio" Target="../media/audio4.wav"/><Relationship Id="rId7" Type="http://schemas.openxmlformats.org/officeDocument/2006/relationships/hyperlink" Target="mailto:rahulsakhuja@yahoo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3.jpeg"/><Relationship Id="rId5" Type="http://schemas.openxmlformats.org/officeDocument/2006/relationships/audio" Target="../media/audio3.wav"/><Relationship Id="rId10" Type="http://schemas.microsoft.com/office/2007/relationships/hdphoto" Target="../media/hdphoto9.wdp"/><Relationship Id="rId4" Type="http://schemas.openxmlformats.org/officeDocument/2006/relationships/audio" Target="../media/audio2.wav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3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10.wdp"/><Relationship Id="rId4" Type="http://schemas.openxmlformats.org/officeDocument/2006/relationships/audio" Target="../media/audio3.wav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3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cid:image002.jpg@01CF4A75.A28AACE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cid:image015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cid:image016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cid:image017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cid:image018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4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cid:image019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4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audio" Target="../media/audio4.wav"/><Relationship Id="rId7" Type="http://schemas.openxmlformats.org/officeDocument/2006/relationships/hyperlink" Target="mailto:rahulsakhuja@yahoo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3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audio" Target="../media/audio2.wav"/><Relationship Id="rId7" Type="http://schemas.openxmlformats.org/officeDocument/2006/relationships/image" Target="../media/image5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audio" Target="../media/audio2.wav"/><Relationship Id="rId7" Type="http://schemas.openxmlformats.org/officeDocument/2006/relationships/image" Target="../media/image5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cid:image001.jpg@01D0574B.7C80214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5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3539" y="5791200"/>
            <a:ext cx="734746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CORPORATION</a:t>
            </a:r>
            <a:endParaRPr lang="en-US" sz="3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541483"/>
            <a:ext cx="6858000" cy="8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0999" y="4876800"/>
            <a:ext cx="8001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latin typeface="Copperplate Gothic Bold" pitchFamily="34" charset="0"/>
              </a:rPr>
              <a:t>SAFETY  EXPERTS</a:t>
            </a:r>
          </a:p>
        </p:txBody>
      </p:sp>
      <p:pic>
        <p:nvPicPr>
          <p:cNvPr id="2053" name="Picture 5" descr="E:\Live Grafix Dezine Data\Safety Lockout House\Hasp PNG File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57341" y="228600"/>
            <a:ext cx="2110459" cy="2590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1" y="348734"/>
            <a:ext cx="7391399" cy="830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E-mail : rahulsakhuja@yahoo.com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TEL o. : 011-23215050, PAN No.ALYPS4894D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05000"/>
            <a:ext cx="62703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CLIENT : ………………</a:t>
            </a:r>
            <a:endParaRPr lang="en-US" sz="2200" b="1" dirty="0">
              <a:solidFill>
                <a:srgbClr val="FF0000"/>
              </a:solidFill>
            </a:endParaRPr>
          </a:p>
        </p:txBody>
      </p:sp>
      <p:pic>
        <p:nvPicPr>
          <p:cNvPr id="13" name="Picture 12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834640" y="2697480"/>
            <a:ext cx="3474720" cy="14630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0925803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 advClick="0" advTm="2000">
        <p14:prism isInverted="1"/>
      </p:transition>
    </mc:Choice>
    <mc:Fallback>
      <p:transition spd="slow" advClick="0" advTm="2000">
        <p:fade/>
        <p:sndAc>
          <p:stSnd>
            <p:snd r:embed="rId2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9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US-Waist-Pouch-3P-Kit-1 –- Rs.2,250/-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E-mail : </a:t>
            </a:r>
            <a:r>
              <a:rPr lang="en-US" sz="1600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sz="1600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</a:t>
            </a:r>
            <a:r>
              <a:rPr lang="en-US" sz="1200" dirty="0"/>
              <a:t>with </a:t>
            </a:r>
            <a:r>
              <a:rPr lang="en-US" sz="1200" dirty="0" smtClean="0"/>
              <a:t>4 holes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6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2" name="Picture 2" descr="D:\safety house\simran\NEW PHOTOS\small\lockout bel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3886199" cy="472043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1" name="Picture 1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532129" flipH="1" flipV="1">
            <a:off x="6238875" y="2028825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418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6771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US-Waist-Pouch-3P-Kit-2 – Rs.2100/-</a:t>
            </a:r>
          </a:p>
          <a:p>
            <a:endParaRPr lang="en-US" sz="1200" b="1" dirty="0" smtClean="0"/>
          </a:p>
          <a:p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5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9218" name="Picture 2" descr="D:\safety house\simran\NEW PHOTOS\6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1"/>
            <a:ext cx="4267200" cy="41844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9448536" flipH="1" flipV="1">
            <a:off x="5735256" y="1762365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6734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 – Rs.1,400/-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284455" flipH="1" flipV="1">
            <a:off x="6402783" y="2004976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 – Rs.1,400/-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305730" flipH="1" flipV="1">
            <a:off x="6398505" y="1999058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 – Rs.1,400/-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000981" flipH="1" flipV="1">
            <a:off x="6398744" y="2026428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US-Red-Bag-Kit-1 – Rs.2,400/-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  <a:endParaRPr lang="en-US" sz="1200" dirty="0"/>
          </a:p>
        </p:txBody>
      </p:sp>
      <p:pic>
        <p:nvPicPr>
          <p:cNvPr id="2050" name="Picture 2" descr="D:\safety house\simran\NEW PHOTOS\small\red bag kit 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0"/>
            <a:ext cx="4191000" cy="48361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612256" flipH="1" flipV="1">
            <a:off x="6705600" y="2295525"/>
            <a:ext cx="627415" cy="14430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895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US-Red-Bag-Kit-2 – Rs. 2000/-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</a:t>
            </a:r>
            <a:endParaRPr lang="en-US" sz="1200" dirty="0"/>
          </a:p>
        </p:txBody>
      </p:sp>
      <p:pic>
        <p:nvPicPr>
          <p:cNvPr id="3074" name="Picture 2" descr="D:\safety house\simran\NEW PHOTOS\small\red bag kit 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066800"/>
            <a:ext cx="3771899" cy="496183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6875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US-Red-Bag-Kit-3 – Rs. 2,200/-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</a:t>
            </a:r>
            <a:r>
              <a:rPr lang="en-US" sz="1200" dirty="0"/>
              <a:t>t</a:t>
            </a:r>
            <a:r>
              <a:rPr lang="en-US" sz="1200" dirty="0" smtClean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Type Lockout -1 pc</a:t>
            </a:r>
            <a:endParaRPr lang="en-US" sz="1200" dirty="0"/>
          </a:p>
        </p:txBody>
      </p:sp>
      <p:pic>
        <p:nvPicPr>
          <p:cNvPr id="12291" name="Picture 3" descr="D:\safety house\simran\NEW PHOTOS\small\red bag 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28800"/>
            <a:ext cx="3937001" cy="40071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552192">
            <a:off x="6646909" y="2521749"/>
            <a:ext cx="1066800" cy="304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1116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US-Red-Bag-Kit-4 – Rs.1,800/-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  <a:endParaRPr lang="en-US" sz="1200" dirty="0"/>
          </a:p>
        </p:txBody>
      </p:sp>
      <p:pic>
        <p:nvPicPr>
          <p:cNvPr id="5122" name="Picture 2" descr="D:\safety house\simran\NEW PHOTOS\small\red bag kit 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219200"/>
            <a:ext cx="3975100" cy="45326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428892" flipH="1" flipV="1">
            <a:off x="6619071" y="2647950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35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US-Red-Bag-Kit-6 – Rs. 2,600/-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Small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Large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25-63.5mm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4338" name="Picture 2" descr="D:\safety house\simran\NEW PHOTOS\8 (2)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424" t="3854" r="4647"/>
          <a:stretch/>
        </p:blipFill>
        <p:spPr bwMode="auto">
          <a:xfrm>
            <a:off x="4650652" y="1219200"/>
            <a:ext cx="4103824" cy="41147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048484" flipH="1" flipV="1">
            <a:off x="6200774" y="2334576"/>
            <a:ext cx="847735" cy="847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5045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US-Yellow-Bag-Kit-1 – Rs.1,500/-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6146" name="Picture 2" descr="D:\safety house\simran\NEW PHOTOS\small\yellow bag kit 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013200" cy="41224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366236" flipH="1" flipV="1">
            <a:off x="6172200" y="1810764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447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US-Yellow-Bag-Kit-2 – Rs.2.200/-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pc</a:t>
            </a:r>
          </a:p>
        </p:txBody>
      </p:sp>
      <p:pic>
        <p:nvPicPr>
          <p:cNvPr id="7170" name="Picture 2" descr="D:\safety house\simran\NEW PHOTOS\small\yellow bag kit 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0"/>
            <a:ext cx="4114800" cy="48641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800000" flipH="1" flipV="1">
            <a:off x="6162675" y="1609726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4793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US-Yellow-Bag-Kit-3 – Rs.2,100/-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4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</a:t>
            </a:r>
            <a:r>
              <a:rPr lang="en-US" sz="1200" dirty="0"/>
              <a:t>– </a:t>
            </a:r>
            <a:r>
              <a:rPr lang="en-US" sz="1200" dirty="0" smtClean="0"/>
              <a:t>2 pcs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8194" name="Picture 2" descr="D:\safety house\simran\NEW PHOTOS\2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4250588" cy="3886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800000" flipH="1" flipV="1">
            <a:off x="6858000" y="2219325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115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US-Black-WP-Kit-1 – Rs.2,100/-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7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18434" name="Picture 2" descr="D:\safety house\simran\NEW PHOTOS\9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486" y="1219200"/>
            <a:ext cx="4017713" cy="3886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4042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US-Black-WP-Kit-2- Rs. 1,200/-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</a:t>
            </a:r>
            <a:r>
              <a:rPr lang="en-US" sz="1200" dirty="0" smtClean="0"/>
              <a:t>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long and regular shackle </a:t>
            </a:r>
            <a:r>
              <a:rPr lang="en-US" sz="1200" dirty="0"/>
              <a:t>– 3</a:t>
            </a:r>
            <a:r>
              <a:rPr lang="en-US" sz="1200" dirty="0" smtClean="0"/>
              <a:t>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 with 6 holes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2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</a:t>
            </a:r>
            <a:r>
              <a:rPr lang="en-US" sz="1200" dirty="0"/>
              <a:t>5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19458" name="Picture 2" descr="D:\safety house\simran\NEW PHOTOS\25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066801"/>
            <a:ext cx="3821289" cy="496738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310451">
            <a:off x="5903729" y="1904348"/>
            <a:ext cx="874965" cy="42179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2017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Pouch Kit – Rs.1,900/-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6" name="Picture 2" descr="D:\cam photos\new photos\kits\ammended\IMG_20151226_16204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19200"/>
            <a:ext cx="3887129" cy="3688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3962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US-ELEC-CABLE-KIT – Rs.3,350/-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MUCB Yellow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</a:t>
            </a:r>
            <a:r>
              <a:rPr lang="en-US" sz="1400" dirty="0"/>
              <a:t>andle Lockout – </a:t>
            </a:r>
            <a:r>
              <a:rPr lang="en-US" sz="1400" dirty="0" smtClean="0"/>
              <a:t>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219201"/>
            <a:ext cx="4559048" cy="4343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6306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599" y="1350526"/>
            <a:ext cx="48006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1 – Rs.1,550/-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8925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9" y="1731526"/>
            <a:ext cx="4267201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6 hole hasp – 1 pc </a:t>
            </a:r>
          </a:p>
        </p:txBody>
      </p:sp>
      <p:pic>
        <p:nvPicPr>
          <p:cNvPr id="3074" name="Picture 2" descr="D:\JYOTI ACCOUNTS\JYOTI\KIT File\10-11-2016\kit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52601"/>
            <a:ext cx="4191000" cy="34296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557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237595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2 – Rs. 1,400/-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7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D:\Jyoti Account\10-11-2016\kit2.jpg"/>
          <p:cNvPicPr>
            <a:picLocks noChangeAspect="1" noChangeArrowheads="1"/>
          </p:cNvPicPr>
          <p:nvPr/>
        </p:nvPicPr>
        <p:blipFill>
          <a:blip r:embed="rId8" cstate="print"/>
          <a:srcRect l="-3525" t="3509" b="-1754"/>
          <a:stretch>
            <a:fillRect/>
          </a:stretch>
        </p:blipFill>
        <p:spPr bwMode="auto">
          <a:xfrm>
            <a:off x="4648200" y="1676400"/>
            <a:ext cx="4114800" cy="367162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304800" y="1618595"/>
            <a:ext cx="411480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 color – 1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lockout different model – 4 pc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230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579126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3 – Rs.1,700/-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1960126"/>
            <a:ext cx="41148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red color  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red color – 3pc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</a:t>
            </a:r>
          </a:p>
        </p:txBody>
      </p:sp>
      <p:pic>
        <p:nvPicPr>
          <p:cNvPr id="2050" name="Picture 2" descr="D:\JYOTI ACCOUNTS\JYOTI\KIT File\10-11-2016\kit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95400"/>
            <a:ext cx="4038600" cy="411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7352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1"/>
            <a:ext cx="49530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4- Rs.1,500/-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1524000"/>
            <a:ext cx="41148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 color  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Dual Scissor 6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 </a:t>
            </a:r>
          </a:p>
        </p:txBody>
      </p:sp>
      <p:pic>
        <p:nvPicPr>
          <p:cNvPr id="1026" name="Picture 2" descr="D:\JYOTI ACCOUNTS\JYOTI\KIT File\10-11-2016\kit4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4266"/>
          <a:stretch/>
        </p:blipFill>
        <p:spPr bwMode="auto">
          <a:xfrm>
            <a:off x="4724401" y="1524000"/>
            <a:ext cx="4038600" cy="3761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02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5257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Yellow Electrical Kit Small - 5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524000"/>
            <a:ext cx="41910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4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6 hole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 </a:t>
            </a:r>
          </a:p>
        </p:txBody>
      </p:sp>
      <p:pic>
        <p:nvPicPr>
          <p:cNvPr id="5122" name="Picture 2" descr="D:\Jyoti Account\10-11-2016\kit5.jpg"/>
          <p:cNvPicPr>
            <a:picLocks noChangeAspect="1" noChangeArrowheads="1"/>
          </p:cNvPicPr>
          <p:nvPr/>
        </p:nvPicPr>
        <p:blipFill>
          <a:blip r:embed="rId7" cstate="print"/>
          <a:srcRect l="-6031" r="-8565"/>
          <a:stretch>
            <a:fillRect/>
          </a:stretch>
        </p:blipFill>
        <p:spPr bwMode="auto">
          <a:xfrm>
            <a:off x="4495800" y="1600200"/>
            <a:ext cx="4419600" cy="42672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0169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0999" y="1154668"/>
            <a:ext cx="47243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US-STATION-ELEC-KIT-2 – Rs.6,200/-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" y="1524000"/>
            <a:ext cx="41148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 station 6inch - 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 7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 Lockout padlock  Long shackle –  4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padlock  Regular shackle –4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Dielectric padlock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tag – 10 –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green tag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Screw driver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Sign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Pin different color 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1Pc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</a:t>
            </a:r>
            <a:r>
              <a:rPr lang="en-US" sz="1400" dirty="0" err="1" smtClean="0"/>
              <a:t>transprent</a:t>
            </a:r>
            <a:r>
              <a:rPr lang="en-US" sz="1400" dirty="0" smtClean="0"/>
              <a:t> different modal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different  color – 10 Pc </a:t>
            </a:r>
          </a:p>
        </p:txBody>
      </p:sp>
      <p:pic>
        <p:nvPicPr>
          <p:cNvPr id="1026" name="Picture 2" descr="G:\NEW PHOTOS\2.jpg"/>
          <p:cNvPicPr>
            <a:picLocks noChangeAspect="1" noChangeArrowheads="1"/>
          </p:cNvPicPr>
          <p:nvPr/>
        </p:nvPicPr>
        <p:blipFill rotWithShape="1">
          <a:blip r:embed="rId7" cstate="print"/>
          <a:srcRect l="15727" t="26032" r="6824" b="3284"/>
          <a:stretch/>
        </p:blipFill>
        <p:spPr bwMode="auto">
          <a:xfrm>
            <a:off x="4750130" y="1524000"/>
            <a:ext cx="4165270" cy="3819897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647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Pouch kit – Rs.1250/-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2050" name="Picture 2" descr="D:\cam photos\new photos\kits\ammended\IMG_20151226_163355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b="12195"/>
          <a:stretch>
            <a:fillRect/>
          </a:stretch>
        </p:blipFill>
        <p:spPr bwMode="auto">
          <a:xfrm>
            <a:off x="4724400" y="1295400"/>
            <a:ext cx="3721373" cy="3352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361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 Waist pouch kit – Rs.1,200/-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3074" name="Picture 2" descr="D:\cam photos\new photos\kits\ammended\KIT 1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733800" cy="364477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449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4196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Waist pouch kit – Rs.1,300/-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4098" name="Picture 2" descr="D:\cam photos\new photos\kits\ammended\kit 1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371600"/>
            <a:ext cx="3733800" cy="3505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410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Waist pouch </a:t>
            </a:r>
            <a:r>
              <a:rPr lang="en-US" sz="1400" b="1" dirty="0"/>
              <a:t>kit– </a:t>
            </a:r>
            <a:r>
              <a:rPr lang="en-US" sz="1400" b="1" dirty="0" smtClean="0"/>
              <a:t>Rs.1,300-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5122" name="Picture 2" descr="D:\cam photos\new photos\kits\ammended\kit 18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701143" cy="37104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9735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 Waist pouch kit- Rs.2,100/-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shackle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6146" name="Picture 2" descr="D:\cam photos\new photos\kits\ammended\kit 2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61881" cy="3657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914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Waist pouch kit – Rs.1,600/-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7170" name="Picture 2" descr="D:\cam photos\new photos\kits\ammended\kit 2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86200" cy="386527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920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Waist pouch kit- Rs.1,600/-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8194" name="Picture 2" descr="D:\cam photos\new photos\kits\ammended\kit 3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1371600"/>
            <a:ext cx="4025822" cy="34616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270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US-Black pouch kit-Rs.1,900/-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7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7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</p:txBody>
      </p:sp>
      <p:pic>
        <p:nvPicPr>
          <p:cNvPr id="9218" name="Picture 2" descr="D:\cam photos\new photos\kits\ammended\kit 3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51220" cy="3810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60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US-Red pouch kit-Rs.1000/-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0242" name="Picture 2" descr="D:\cam photos\new photos\kits\ammended\kit 3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95400"/>
            <a:ext cx="3733800" cy="393315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9759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US-Blue pouch kit-Rs.1000/-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1266" name="Picture 2" descr="D:\cam photos\new photos\kits\ammended\kit 39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695700" cy="41084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494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US-Red pouch kit-Rs.1,900/-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smtClean="0"/>
              <a:t>Premier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2290" name="Picture 2" descr="D:\cam photos\new photos\kits\ammended\kit 4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86200" cy="415032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623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US-EWP-KIT </a:t>
            </a:r>
            <a:r>
              <a:rPr lang="en-US" sz="1400" b="1" dirty="0"/>
              <a:t>– </a:t>
            </a:r>
            <a:r>
              <a:rPr lang="en-US" sz="1400" b="1" dirty="0" smtClean="0"/>
              <a:t>Rs.3,400/-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 mechinical big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257800" y="1371601"/>
            <a:ext cx="3581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934200" y="2537773"/>
            <a:ext cx="762000" cy="304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0461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US-MCB-L-KIT </a:t>
            </a:r>
            <a:r>
              <a:rPr lang="en-US" sz="1400" b="1" dirty="0"/>
              <a:t>–</a:t>
            </a:r>
            <a:r>
              <a:rPr lang="en-US" sz="1400" b="1" dirty="0" smtClean="0"/>
              <a:t>Rs.3,700/-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5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4953000" y="1371600"/>
            <a:ext cx="3843337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4 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Regular shackle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/ LCB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 -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912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US-PLUG-L-KIT </a:t>
            </a:r>
            <a:r>
              <a:rPr lang="en-US" sz="1400" b="1" dirty="0"/>
              <a:t>– </a:t>
            </a:r>
            <a:r>
              <a:rPr lang="en-US" sz="1400" b="1" dirty="0" smtClean="0"/>
              <a:t>Rs.2,400/-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ELECTRICAL LOTO KIT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181601" y="1295400"/>
            <a:ext cx="377219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624074">
            <a:off x="5437157" y="2195836"/>
            <a:ext cx="990600" cy="31409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7470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US-ELEC-LOTO-KIT-Rs.3,800/-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-ELEC kit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181601" y="1066800"/>
            <a:ext cx="3643311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</a:t>
            </a:r>
            <a:r>
              <a:rPr lang="en-US" sz="1200" smtClean="0"/>
              <a:t>1 pc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308142">
            <a:off x="6553200" y="1828800"/>
            <a:ext cx="1066800" cy="381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3775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US-LT-STATION-KIT-Rs.4,450/-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loto station kit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029200" y="1371600"/>
            <a:ext cx="3796496" cy="3606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5829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US-ELEC-LOTO-KIT </a:t>
            </a:r>
            <a:r>
              <a:rPr lang="en-US" sz="1400" b="1" dirty="0"/>
              <a:t>– </a:t>
            </a:r>
            <a:r>
              <a:rPr lang="en-US" sz="1400" b="1" dirty="0" smtClean="0"/>
              <a:t>Rs.3,650/-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 mechinical big copy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4953000" y="1905000"/>
            <a:ext cx="37909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pcs.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214279">
            <a:off x="6013293" y="2460884"/>
            <a:ext cx="1373684" cy="20636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7511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US-PB-LOTO-KIT </a:t>
            </a:r>
            <a:r>
              <a:rPr lang="en-US" sz="1400" b="1" dirty="0"/>
              <a:t>– Rs. </a:t>
            </a:r>
            <a:r>
              <a:rPr lang="en-US" sz="1400" b="1" dirty="0" smtClean="0"/>
              <a:t>1050</a:t>
            </a:r>
            <a:r>
              <a:rPr lang="en-US" sz="1400" b="1" dirty="0"/>
              <a:t>/-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DSC01141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0" y="1295400"/>
            <a:ext cx="3867468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6886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US-ESSN-LOTO-KIT </a:t>
            </a:r>
            <a:r>
              <a:rPr lang="en-US" sz="1400" b="1" dirty="0"/>
              <a:t>– </a:t>
            </a:r>
            <a:r>
              <a:rPr lang="en-US" sz="1400" b="1" dirty="0" smtClean="0"/>
              <a:t>575/-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handy kit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00600" y="1295400"/>
            <a:ext cx="4190999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Transparent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2219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US-MCB-SMALL-KIT </a:t>
            </a:r>
            <a:r>
              <a:rPr lang="en-US" sz="1400" b="1" dirty="0"/>
              <a:t>– </a:t>
            </a:r>
            <a:r>
              <a:rPr lang="en-US" sz="1400" b="1" dirty="0" smtClean="0"/>
              <a:t>Rs.1610/-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7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CIRCUIT BREAKER LOTO KIT.jp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48201" y="1219200"/>
            <a:ext cx="4063478" cy="3581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Yellow Hasp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867400" y="1611084"/>
            <a:ext cx="10668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377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US-MCB-POUCH-KIT </a:t>
            </a:r>
            <a:r>
              <a:rPr lang="en-US" sz="1400" b="1" dirty="0"/>
              <a:t>– </a:t>
            </a:r>
            <a:r>
              <a:rPr lang="en-US" sz="1400" b="1" dirty="0" smtClean="0"/>
              <a:t>Rs.1150/-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 2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4400" y="1143000"/>
            <a:ext cx="4267200" cy="3733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500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US-MCB-WPOUCH-KIT–Rs.1750/-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3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0" y="1295400"/>
            <a:ext cx="42672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0054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US-PB-MED-LOTO-KIT </a:t>
            </a:r>
            <a:r>
              <a:rPr lang="en-US" sz="1400" b="1" dirty="0"/>
              <a:t>– </a:t>
            </a:r>
            <a:r>
              <a:rPr lang="en-US" sz="1400" b="1" dirty="0" smtClean="0"/>
              <a:t>Rs.2500/-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4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0" y="1295400"/>
            <a:ext cx="4181475" cy="3733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6 holes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Round 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LOTO CD presentation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6319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US-LOTO-BASIC-KIT </a:t>
            </a:r>
            <a:r>
              <a:rPr lang="en-US" sz="1400" b="1" dirty="0"/>
              <a:t>–</a:t>
            </a:r>
            <a:r>
              <a:rPr lang="en-US" sz="1400" b="1" dirty="0" smtClean="0"/>
              <a:t>Rs.1550/-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-LE-M-PB-Kit.jpg"/>
          <p:cNvPicPr/>
          <p:nvPr/>
        </p:nvPicPr>
        <p:blipFill>
          <a:blip r:embed="rId7" cstate="print"/>
          <a:srcRect l="1967"/>
          <a:stretch>
            <a:fillRect/>
          </a:stretch>
        </p:blipFill>
        <p:spPr>
          <a:xfrm>
            <a:off x="4800600" y="1143000"/>
            <a:ext cx="4114800" cy="411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553682">
            <a:off x="6324600" y="2209800"/>
            <a:ext cx="10668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7662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US-LOTO-BASIC-KIT </a:t>
            </a:r>
            <a:r>
              <a:rPr lang="en-US" sz="1400" b="1" dirty="0"/>
              <a:t>–</a:t>
            </a:r>
            <a:r>
              <a:rPr lang="en-US" sz="1400" b="1" dirty="0" smtClean="0"/>
              <a:t>Rs.1550/-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bag 2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724400" y="1143000"/>
            <a:ext cx="3886199" cy="443554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96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US-LOTO-WP-BASIC-KIT- Rs.1365/-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-LEWP KIT small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1" y="1371600"/>
            <a:ext cx="4201794" cy="403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7856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US-LOTO-WP-BASIC-KIT- Rs.1365/-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20150429_105715.jpg"/>
          <p:cNvPicPr>
            <a:picLocks noChangeAspect="1"/>
          </p:cNvPicPr>
          <p:nvPr/>
        </p:nvPicPr>
        <p:blipFill>
          <a:blip r:embed="rId7" cstate="print"/>
          <a:srcRect l="2461" t="977"/>
          <a:stretch>
            <a:fillRect/>
          </a:stretch>
        </p:blipFill>
        <p:spPr>
          <a:xfrm>
            <a:off x="4800600" y="1143000"/>
            <a:ext cx="4038600" cy="41305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2908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SH-MCB-LARGE-KIT – </a:t>
            </a:r>
            <a:r>
              <a:rPr lang="en-US" sz="1400" b="1" dirty="0" smtClean="0"/>
              <a:t>Rs.4365/-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LOTO KIT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4401" y="1447800"/>
            <a:ext cx="4108450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Padlocks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</a:t>
            </a:r>
            <a:r>
              <a:rPr lang="en-US" sz="1200" dirty="0" err="1" smtClean="0"/>
              <a:t>Lables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CD presentation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6200000">
            <a:off x="4838700" y="1852386"/>
            <a:ext cx="1143000" cy="762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3847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US-LOTO-ELEC-BOX-S-Rs.2500/-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7" y="1371600"/>
            <a:ext cx="24431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Description: cid:image004.jpg@01D0ED79.67765B6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05200"/>
            <a:ext cx="3404507" cy="239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160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US-LOTO-ELEC-BOX-L-Rs.4275/-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2050" name="Picture 2" descr="Description: cid:image006.jpg@01D0ED79.67765B6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2600"/>
            <a:ext cx="28194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9200"/>
            <a:ext cx="2133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325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US-ELEC-LARGE-KIT </a:t>
            </a:r>
            <a:r>
              <a:rPr lang="en-US" sz="1400" b="1" dirty="0"/>
              <a:t>– </a:t>
            </a:r>
            <a:r>
              <a:rPr lang="en-US" sz="1400" b="1" dirty="0" smtClean="0"/>
              <a:t>Rs.6100/-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electrical LOTO products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4648200" y="1143000"/>
            <a:ext cx="4267199" cy="4242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3652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192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US-ELEC-Box-KIT-Rs.4000/-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02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7410" name="Picture 2" descr="D:\cam photos\new photos\kits\ammended\IMG_20151228_17004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4038600" cy="39624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147944">
            <a:off x="6498998" y="1825701"/>
            <a:ext cx="534162" cy="8012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1817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19200"/>
            <a:ext cx="4267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US-Elect / MECH Mix Box-KIT-Rs.3400/-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Long shackle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386" name="Picture 2" descr="D:\cam photos\new photos\kits\ammended\IMG_20151228_173950 copy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1371600"/>
            <a:ext cx="3918404" cy="4267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9045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5105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US-JUMBO-Kit – Rs.15500/-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D:\Media Drive\jyoti\kit\Unztitled-1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" y="1524000"/>
            <a:ext cx="7696200" cy="443081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962400" y="1981200"/>
            <a:ext cx="838200" cy="457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5586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1000" y="1143000"/>
            <a:ext cx="4114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JUMBO Kit 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1" y="1524000"/>
            <a:ext cx="4114800" cy="412420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Beg  Red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color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hasp 6 hole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 different model 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Rack cover in round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MCCB lockout round upper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2 </a:t>
            </a:r>
            <a:r>
              <a:rPr lang="en-US" sz="1600" dirty="0" smtClean="0"/>
              <a:t>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Lockout Register – 2 Pc </a:t>
            </a:r>
            <a:endParaRPr lang="en-US" sz="16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De – Electric yellow hasp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round  shape – 2 Pc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524000"/>
            <a:ext cx="4191000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 Large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Extra large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Keyring</a:t>
            </a:r>
            <a:r>
              <a:rPr lang="en-US" sz="1400" dirty="0"/>
              <a:t> – 21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MCCB large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Cylinder yellow color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Plug lockout large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Mini pneumatic lockout device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 tag made of rewritable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printed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color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medium size  – 20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</a:t>
            </a:r>
            <a:r>
              <a:rPr lang="en-US" sz="1400" dirty="0" err="1"/>
              <a:t>lrage</a:t>
            </a:r>
            <a:r>
              <a:rPr lang="en-US" sz="1400" dirty="0"/>
              <a:t> size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Handle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Push button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Hasp – 2 Pc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2737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143000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US-STANDARD-ELECTRICAL KIT – Rs.5400/-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4" name="Picture 2" descr="G:\KITS\ELECTRICAL DEPARTMENT LOCKOUT TAGOUT KIT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19600" y="1752600"/>
            <a:ext cx="4550199" cy="40386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418576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Red 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Large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 lockout big square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Handel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cylinder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 10 pc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876802" y="2438400"/>
            <a:ext cx="1041400" cy="308610"/>
          </a:xfrm>
          <a:prstGeom prst="rect">
            <a:avLst/>
          </a:prstGeom>
        </p:spPr>
      </p:pic>
      <p:pic>
        <p:nvPicPr>
          <p:cNvPr id="11" name="Picture 1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452836" y="1781175"/>
            <a:ext cx="957364" cy="238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82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216223"/>
            <a:ext cx="5257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US-ELEC-STATION-LARGE-KIT – Rs.11900/-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146" name="Picture 2" descr="G:\KITS\ELECTRICAL STATION KIT.jpg"/>
          <p:cNvPicPr>
            <a:picLocks noChangeAspect="1" noChangeArrowheads="1"/>
          </p:cNvPicPr>
          <p:nvPr/>
        </p:nvPicPr>
        <p:blipFill>
          <a:blip r:embed="rId7" cstate="print"/>
          <a:srcRect t="3428" r="1818"/>
          <a:stretch>
            <a:fillRect/>
          </a:stretch>
        </p:blipFill>
        <p:spPr bwMode="auto">
          <a:xfrm>
            <a:off x="304800" y="1600200"/>
            <a:ext cx="8229600" cy="42672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771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26720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US-ELEC-STATION-LARGE-KIT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 Red  Station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long shackle </a:t>
            </a:r>
            <a:r>
              <a:rPr lang="en-US" sz="1400" dirty="0" err="1"/>
              <a:t>diffrent</a:t>
            </a:r>
            <a:r>
              <a:rPr lang="en-US" sz="1400" dirty="0"/>
              <a:t>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Regular shackle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big hasp red color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Small hasp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lable</a:t>
            </a:r>
            <a:r>
              <a:rPr lang="en-US" sz="1400" dirty="0"/>
              <a:t>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Round </a:t>
            </a:r>
            <a:r>
              <a:rPr lang="en-US" sz="1400" dirty="0" err="1"/>
              <a:t>cble</a:t>
            </a:r>
            <a:r>
              <a:rPr lang="en-US" sz="1400" dirty="0"/>
              <a:t> lockout  - 2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model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Rack cover in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round- 1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big round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 lockout big square – 1 pc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962400" cy="31085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round upper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Book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Register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Bar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Push button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 tag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padlock Eye Buffer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small / large size -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Handle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lockout - 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/>
              <a:t>Scissor cable lockout – 2 pc 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9660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8005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Large Circuit Breaker Lockout Kit – Rs.4150/-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smtClean="0"/>
              <a:t>Yellow pouch - 1</a:t>
            </a:r>
            <a:endParaRPr lang="en-US" sz="14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Bravo lock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big hasp red color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LCB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1 pc </a:t>
            </a:r>
            <a:endParaRPr lang="en-US" sz="1400" dirty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Bar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– 3 pc</a:t>
            </a:r>
          </a:p>
        </p:txBody>
      </p:sp>
      <p:pic>
        <p:nvPicPr>
          <p:cNvPr id="2050" name="Picture 2" descr="D:\JYOTI ACCOUNTS\JYOTI\02.01.2017\KIT YELLOW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255" r="-1610"/>
          <a:stretch>
            <a:fillRect/>
          </a:stretch>
        </p:blipFill>
        <p:spPr bwMode="auto">
          <a:xfrm>
            <a:off x="4334756" y="1447800"/>
            <a:ext cx="4809244" cy="3733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800000" flipH="1" flipV="1">
            <a:off x="4791075" y="1704976"/>
            <a:ext cx="838200" cy="838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4005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US-ELEC-LARGE-KIT – Rs. 3000/-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Yellow 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handle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447801"/>
            <a:ext cx="4330448" cy="411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969166" flipH="1" flipV="1">
            <a:off x="5919957" y="2614683"/>
            <a:ext cx="808204" cy="808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773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42672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US-HANDY-ELECTRICAL KIT – Rs. 2000/-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4622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small shackle – </a:t>
            </a:r>
            <a:r>
              <a:rPr lang="en-US" sz="1400" dirty="0"/>
              <a:t>1</a:t>
            </a:r>
            <a:r>
              <a:rPr lang="en-US" sz="1400" dirty="0" smtClean="0"/>
              <a:t>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Padlock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- 5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Tie Bar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In / Out Type Lockout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Snap on Breaker Lockout – 1 pcs </a:t>
            </a:r>
          </a:p>
        </p:txBody>
      </p:sp>
      <p:pic>
        <p:nvPicPr>
          <p:cNvPr id="1026" name="Picture 2" descr="H:\29.12.2017\KIT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495800" cy="418314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957700" flipH="1" flipV="1">
            <a:off x="6165485" y="2621182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044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US-ELECTRICIAN-LOTO-KIT – Rs. 2600/-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pcs </a:t>
            </a:r>
          </a:p>
        </p:txBody>
      </p:sp>
      <p:pic>
        <p:nvPicPr>
          <p:cNvPr id="2050" name="Picture 2" descr="H:\29.12.2017\KIT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752600"/>
            <a:ext cx="4495800" cy="4038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234752" y="1924050"/>
            <a:ext cx="1143000" cy="152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3490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8005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US-ELECTRICAL-PERSONAL-KIT – Rs.3400/-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Belt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Yellow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Handle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Push Button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Loto Book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Circuit Breaker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err="1" smtClean="0"/>
              <a:t>Rackout</a:t>
            </a:r>
            <a:r>
              <a:rPr lang="en-US" sz="1400" dirty="0" smtClean="0"/>
              <a:t> Cover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Different model – 3 pcs </a:t>
            </a:r>
          </a:p>
        </p:txBody>
      </p:sp>
      <p:pic>
        <p:nvPicPr>
          <p:cNvPr id="3074" name="Picture 2" descr="H:\29.12.2017\KIT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706678" cy="411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404667">
            <a:off x="6329862" y="2557690"/>
            <a:ext cx="1524000" cy="228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126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</TotalTime>
  <Words>7698</Words>
  <Application>Microsoft Office PowerPoint</Application>
  <PresentationFormat>On-screen Show (4:3)</PresentationFormat>
  <Paragraphs>1121</Paragraphs>
  <Slides>67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PRANEETH REDDY</dc:creator>
  <cp:lastModifiedBy>INDIAN</cp:lastModifiedBy>
  <cp:revision>238</cp:revision>
  <dcterms:created xsi:type="dcterms:W3CDTF">2006-08-16T00:00:00Z</dcterms:created>
  <dcterms:modified xsi:type="dcterms:W3CDTF">2020-01-14T08:40:09Z</dcterms:modified>
</cp:coreProperties>
</file>