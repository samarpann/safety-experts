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wdp" ContentType="image/vnd.ms-photo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307" r:id="rId2"/>
    <p:sldId id="308" r:id="rId3"/>
    <p:sldId id="309" r:id="rId4"/>
    <p:sldId id="347" r:id="rId5"/>
    <p:sldId id="346" r:id="rId6"/>
    <p:sldId id="310" r:id="rId7"/>
    <p:sldId id="311" r:id="rId8"/>
    <p:sldId id="312" r:id="rId9"/>
    <p:sldId id="314" r:id="rId10"/>
    <p:sldId id="316" r:id="rId11"/>
    <p:sldId id="317" r:id="rId12"/>
    <p:sldId id="318" r:id="rId13"/>
    <p:sldId id="319" r:id="rId14"/>
    <p:sldId id="320" r:id="rId15"/>
    <p:sldId id="321" r:id="rId16"/>
    <p:sldId id="263" r:id="rId17"/>
    <p:sldId id="325" r:id="rId18"/>
    <p:sldId id="326" r:id="rId19"/>
    <p:sldId id="327" r:id="rId20"/>
    <p:sldId id="328" r:id="rId21"/>
    <p:sldId id="329" r:id="rId22"/>
    <p:sldId id="330" r:id="rId23"/>
    <p:sldId id="332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288" r:id="rId36"/>
    <p:sldId id="264" r:id="rId37"/>
    <p:sldId id="265" r:id="rId38"/>
    <p:sldId id="266" r:id="rId39"/>
    <p:sldId id="267" r:id="rId40"/>
    <p:sldId id="268" r:id="rId41"/>
    <p:sldId id="271" r:id="rId42"/>
    <p:sldId id="273" r:id="rId43"/>
    <p:sldId id="274" r:id="rId44"/>
    <p:sldId id="275" r:id="rId45"/>
    <p:sldId id="276" r:id="rId46"/>
    <p:sldId id="277" r:id="rId47"/>
    <p:sldId id="278" r:id="rId48"/>
    <p:sldId id="283" r:id="rId49"/>
    <p:sldId id="279" r:id="rId50"/>
    <p:sldId id="284" r:id="rId51"/>
    <p:sldId id="280" r:id="rId52"/>
    <p:sldId id="285" r:id="rId53"/>
    <p:sldId id="286" r:id="rId54"/>
    <p:sldId id="281" r:id="rId55"/>
    <p:sldId id="304" r:id="rId56"/>
    <p:sldId id="303" r:id="rId57"/>
    <p:sldId id="335" r:id="rId58"/>
    <p:sldId id="336" r:id="rId59"/>
    <p:sldId id="337" r:id="rId60"/>
    <p:sldId id="338" r:id="rId61"/>
    <p:sldId id="339" r:id="rId62"/>
    <p:sldId id="340" r:id="rId63"/>
    <p:sldId id="345" r:id="rId64"/>
    <p:sldId id="342" r:id="rId65"/>
    <p:sldId id="343" r:id="rId66"/>
    <p:sldId id="344" r:id="rId6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>
        <p:scale>
          <a:sx n="60" d="100"/>
          <a:sy n="60" d="100"/>
        </p:scale>
        <p:origin x="-1656" y="-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74FB8-1FEB-4FE2-A1A8-785B14103C14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275" y="4722813"/>
            <a:ext cx="5408613" cy="4473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4B31C-DC9A-48DB-88DA-B103BA48E2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812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E69E80-3D8B-4F2A-908F-824D555D499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37092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24B31C-DC9A-48DB-88DA-B103BA48E229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24B31C-DC9A-48DB-88DA-B103BA48E229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1.wdp"/><Relationship Id="rId4" Type="http://schemas.openxmlformats.org/officeDocument/2006/relationships/audio" Target="../media/audio3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1.wav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2.wdp"/><Relationship Id="rId4" Type="http://schemas.openxmlformats.org/officeDocument/2006/relationships/audio" Target="../media/audio3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3.wdp"/><Relationship Id="rId4" Type="http://schemas.openxmlformats.org/officeDocument/2006/relationships/audio" Target="../media/audio3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4.wdp"/><Relationship Id="rId4" Type="http://schemas.openxmlformats.org/officeDocument/2006/relationships/audio" Target="../media/audio3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5.wdp"/><Relationship Id="rId4" Type="http://schemas.openxmlformats.org/officeDocument/2006/relationships/audio" Target="../media/audio3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6.wdp"/><Relationship Id="rId4" Type="http://schemas.openxmlformats.org/officeDocument/2006/relationships/audio" Target="../media/audio3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7.wdp"/><Relationship Id="rId4" Type="http://schemas.openxmlformats.org/officeDocument/2006/relationships/audio" Target="../media/audio3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8.wdp"/><Relationship Id="rId4" Type="http://schemas.openxmlformats.org/officeDocument/2006/relationships/audio" Target="../media/audio3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3.jpeg"/><Relationship Id="rId5" Type="http://schemas.openxmlformats.org/officeDocument/2006/relationships/audio" Target="../media/audio3.wav"/><Relationship Id="rId10" Type="http://schemas.microsoft.com/office/2007/relationships/hdphoto" Target="../media/hdphoto9.wdp"/><Relationship Id="rId4" Type="http://schemas.openxmlformats.org/officeDocument/2006/relationships/audio" Target="../media/audio2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eg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10.wdp"/><Relationship Id="rId4" Type="http://schemas.openxmlformats.org/officeDocument/2006/relationships/audio" Target="../media/audio3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cid:image002.jpg@01CF4A75.A28AACE0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cid:image015.jpg@01CFD0D2.CCBD47A0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cid:image016.jpg@01CFD0D2.CCBD47A0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cid:image017.jpg@01CFD0D2.CCBD47A0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cid:image018.jpg@01CFD0D2.CCBD47A0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cid:image019.jpg@01CFD0D2.CCBD47A0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1.wav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cid:image001.jpg@01D0574B.7C802140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jpeg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US-Waist-Pouch-3P-Kit-1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</a:t>
            </a:r>
            <a:r>
              <a:rPr lang="en-US" sz="1200" dirty="0"/>
              <a:t>Hasp with </a:t>
            </a:r>
            <a:r>
              <a:rPr lang="en-US" sz="1200" dirty="0" smtClean="0"/>
              <a:t>6 </a:t>
            </a:r>
            <a:r>
              <a:rPr lang="en-US" sz="1200" dirty="0"/>
              <a:t>holes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</a:t>
            </a:r>
            <a:r>
              <a:rPr lang="en-US" sz="1200" dirty="0"/>
              <a:t>with </a:t>
            </a:r>
            <a:r>
              <a:rPr lang="en-US" sz="1200" dirty="0" smtClean="0"/>
              <a:t>4 holes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6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2" name="Picture 2" descr="D:\safety house\simran\NEW PHOTOS\small\lockout belt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143000"/>
            <a:ext cx="3886199" cy="472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0532129" flipH="1" flipV="1">
            <a:off x="6238875" y="2028825"/>
            <a:ext cx="1066800" cy="106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418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4924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US-Waist-Pouch-3P-Kit-2</a:t>
            </a:r>
            <a:endParaRPr lang="en-US" sz="1200" b="1" dirty="0" smtClean="0"/>
          </a:p>
          <a:p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5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9218" name="Picture 2" descr="D:\safety house\simran\NEW PHOTOS\6 (2)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143001"/>
            <a:ext cx="4267200" cy="418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9448536" flipH="1" flipV="1">
            <a:off x="5735256" y="1762365"/>
            <a:ext cx="1066800" cy="106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734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US-Waist-Pouch-3P-Kit-3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42" name="Picture 2" descr="D:\safety house\simran\NEW PHOTOS\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114800" cy="42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0284455" flipH="1" flipV="1">
            <a:off x="6402783" y="2004976"/>
            <a:ext cx="1066800" cy="106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75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US-Waist-Pouch-3P-Kit-3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42" name="Picture 2" descr="D:\safety house\simran\NEW PHOTOS\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114800" cy="42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0305730" flipH="1" flipV="1">
            <a:off x="6398505" y="1999058"/>
            <a:ext cx="1066800" cy="106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75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US-Waist-Pouch-3P-Kit-3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42" name="Picture 2" descr="D:\safety house\simran\NEW PHOTOS\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114800" cy="42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0000981" flipH="1" flipV="1">
            <a:off x="6398744" y="2026428"/>
            <a:ext cx="1066800" cy="106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75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US-Red-Bag-Kit-1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with extra long shackle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</a:t>
            </a:r>
            <a:r>
              <a:rPr lang="en-US" sz="1200" dirty="0"/>
              <a:t>Hasp with </a:t>
            </a:r>
            <a:r>
              <a:rPr lang="en-US" sz="1200" dirty="0" smtClean="0"/>
              <a:t>6 </a:t>
            </a:r>
            <a:r>
              <a:rPr lang="en-US" sz="1200" dirty="0"/>
              <a:t>holes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Top Cable Lockout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  <a:endParaRPr lang="en-US" sz="1200" dirty="0"/>
          </a:p>
        </p:txBody>
      </p:sp>
      <p:pic>
        <p:nvPicPr>
          <p:cNvPr id="2050" name="Picture 2" descr="D:\safety house\simran\NEW PHOTOS\small\red bag kit 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95400"/>
            <a:ext cx="4191000" cy="483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0612256" flipH="1" flipV="1">
            <a:off x="6705600" y="2295525"/>
            <a:ext cx="627415" cy="14430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8955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US-Red-Bag-Kit-2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</a:t>
            </a:r>
            <a:r>
              <a:rPr lang="en-US" sz="1200" dirty="0"/>
              <a:t>Hasp with </a:t>
            </a:r>
            <a:r>
              <a:rPr lang="en-US" sz="1200" dirty="0" smtClean="0"/>
              <a:t>4 holes </a:t>
            </a:r>
            <a:r>
              <a:rPr lang="en-US" sz="1200" dirty="0"/>
              <a:t>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Lockout – 2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- 4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</a:t>
            </a:r>
            <a:endParaRPr lang="en-US" sz="1200" dirty="0"/>
          </a:p>
        </p:txBody>
      </p:sp>
      <p:pic>
        <p:nvPicPr>
          <p:cNvPr id="3074" name="Picture 2" descr="D:\safety house\simran\NEW PHOTOS\small\red bag kit 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066800"/>
            <a:ext cx="3771899" cy="496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875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US-Red-Bag-Kit-3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</a:t>
            </a:r>
            <a:r>
              <a:rPr lang="en-US" sz="1200" dirty="0"/>
              <a:t>Hasp with </a:t>
            </a:r>
            <a:r>
              <a:rPr lang="en-US" sz="1200" dirty="0" smtClean="0"/>
              <a:t>4 holes </a:t>
            </a:r>
            <a:r>
              <a:rPr lang="en-US" sz="1200" dirty="0"/>
              <a:t>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Lockout – 2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- 4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</a:t>
            </a:r>
            <a:r>
              <a:rPr lang="en-US" sz="1200" dirty="0"/>
              <a:t>t</a:t>
            </a:r>
            <a:r>
              <a:rPr lang="en-US" sz="1200" dirty="0" smtClean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Type Lockout -1 pc</a:t>
            </a:r>
            <a:endParaRPr lang="en-US" sz="1200" dirty="0"/>
          </a:p>
        </p:txBody>
      </p:sp>
      <p:pic>
        <p:nvPicPr>
          <p:cNvPr id="12291" name="Picture 3" descr="D:\safety house\simran\NEW PHOTOS\small\red bag 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828800"/>
            <a:ext cx="3937001" cy="400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552192">
            <a:off x="6646909" y="2521749"/>
            <a:ext cx="1066800" cy="30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1116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US-Red-Bag-Kit-4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  <a:endParaRPr lang="en-US" sz="1200" dirty="0"/>
          </a:p>
        </p:txBody>
      </p:sp>
      <p:pic>
        <p:nvPicPr>
          <p:cNvPr id="5122" name="Picture 2" descr="D:\safety house\simran\NEW PHOTOS\small\red bag kit 3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1" y="1219200"/>
            <a:ext cx="3975100" cy="453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1428892" flipH="1" flipV="1">
            <a:off x="6619071" y="2647950"/>
            <a:ext cx="1066800" cy="106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4356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US-Red-Bag-Kit-6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Top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Small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Large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Gate Valve Lockout – 25-63.5mm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4338" name="Picture 2" descr="D:\safety house\simran\NEW PHOTOS\8 (2)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7424" t="3854" r="4647"/>
          <a:stretch/>
        </p:blipFill>
        <p:spPr bwMode="auto">
          <a:xfrm>
            <a:off x="4650652" y="1219200"/>
            <a:ext cx="4103824" cy="411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1048484" flipH="1" flipV="1">
            <a:off x="6200774" y="2334576"/>
            <a:ext cx="847735" cy="8477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5045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US-Yellow-Bag-Kit-1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6146" name="Picture 2" descr="D:\safety house\simran\NEW PHOTOS\small\yellow bag kit 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200"/>
            <a:ext cx="4013200" cy="412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1366236" flipH="1" flipV="1">
            <a:off x="6172200" y="1810764"/>
            <a:ext cx="1066800" cy="106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47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US-Yellow-Bag-Kit-2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OSHA Padlock with extra long shackle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Top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MCCB Lockout – 1 pc</a:t>
            </a:r>
          </a:p>
        </p:txBody>
      </p:sp>
      <p:pic>
        <p:nvPicPr>
          <p:cNvPr id="7170" name="Picture 2" descr="D:\safety house\simran\NEW PHOTOS\small\yellow bag kit 3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143000"/>
            <a:ext cx="4114800" cy="4864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0800000" flipH="1" flipV="1">
            <a:off x="6162675" y="1609726"/>
            <a:ext cx="1066800" cy="106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4793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US-Yellow-Bag-Kit-3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</a:t>
            </a:r>
            <a:r>
              <a:rPr lang="en-US" sz="1200" dirty="0" smtClean="0"/>
              <a:t>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</a:t>
            </a:r>
            <a:r>
              <a:rPr lang="en-US" sz="1200" dirty="0" smtClean="0"/>
              <a:t>Padlock long and regular shackle </a:t>
            </a:r>
            <a:r>
              <a:rPr lang="en-US" sz="1200" dirty="0"/>
              <a:t>– </a:t>
            </a:r>
            <a:r>
              <a:rPr lang="en-US" sz="1200" dirty="0" smtClean="0"/>
              <a:t>4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</a:t>
            </a:r>
            <a:r>
              <a:rPr lang="en-US" sz="1200" dirty="0"/>
              <a:t>– </a:t>
            </a:r>
            <a:r>
              <a:rPr lang="en-US" sz="1200" dirty="0" smtClean="0"/>
              <a:t>2 pcs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MCB Lockout different models – </a:t>
            </a:r>
            <a:r>
              <a:rPr lang="en-US" sz="1200" dirty="0" smtClean="0"/>
              <a:t>5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MCCB Lockout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pic>
        <p:nvPicPr>
          <p:cNvPr id="8194" name="Picture 2" descr="D:\safety house\simran\NEW PHOTOS\2 (2)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57400"/>
            <a:ext cx="4250588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0800000" flipH="1" flipV="1">
            <a:off x="6858000" y="2219325"/>
            <a:ext cx="1066800" cy="106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115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US-Black-WP-Kit-1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</a:t>
            </a:r>
            <a:r>
              <a:rPr lang="en-US" sz="1200" dirty="0" smtClean="0"/>
              <a:t>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</a:t>
            </a:r>
            <a:r>
              <a:rPr lang="en-US" sz="1200" dirty="0" smtClean="0"/>
              <a:t>Padlock long and regular shackle </a:t>
            </a:r>
            <a:r>
              <a:rPr lang="en-US" sz="1200" dirty="0"/>
              <a:t>– </a:t>
            </a:r>
            <a:r>
              <a:rPr lang="en-US" sz="1200" dirty="0" smtClean="0"/>
              <a:t>5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</a:t>
            </a:r>
            <a:r>
              <a:rPr lang="en-US" sz="1200" dirty="0"/>
              <a:t>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</a:t>
            </a:r>
            <a:r>
              <a:rPr lang="en-US" sz="1200" dirty="0"/>
              <a:t>Lockout different models – </a:t>
            </a:r>
            <a:r>
              <a:rPr lang="en-US" sz="1200" dirty="0" smtClean="0"/>
              <a:t>7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pic>
        <p:nvPicPr>
          <p:cNvPr id="18434" name="Picture 2" descr="D:\safety house\simran\NEW PHOTOS\9 (2)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1486" y="1219200"/>
            <a:ext cx="4017713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042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US-Black-WP-Kit-2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</a:t>
            </a:r>
            <a:r>
              <a:rPr lang="en-US" sz="1200" dirty="0" smtClean="0"/>
              <a:t>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long and regular shackle </a:t>
            </a:r>
            <a:r>
              <a:rPr lang="en-US" sz="1200" dirty="0"/>
              <a:t>– 3</a:t>
            </a:r>
            <a:r>
              <a:rPr lang="en-US" sz="1200" dirty="0" smtClean="0"/>
              <a:t>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 with 6 holes – </a:t>
            </a:r>
            <a:r>
              <a:rPr lang="en-US" sz="1200" dirty="0"/>
              <a:t>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</a:t>
            </a:r>
            <a:r>
              <a:rPr lang="en-US" sz="1200" dirty="0"/>
              <a:t>Lockout different models – </a:t>
            </a:r>
            <a:r>
              <a:rPr lang="en-US" sz="1200" dirty="0" smtClean="0"/>
              <a:t>2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</a:t>
            </a:r>
            <a:r>
              <a:rPr lang="en-US" sz="1200" dirty="0"/>
              <a:t>5</a:t>
            </a:r>
            <a:r>
              <a:rPr lang="en-US" sz="1200" dirty="0" smtClean="0"/>
              <a:t> pcs</a:t>
            </a:r>
            <a:endParaRPr lang="en-US" sz="1200" dirty="0"/>
          </a:p>
        </p:txBody>
      </p:sp>
      <p:pic>
        <p:nvPicPr>
          <p:cNvPr id="19458" name="Picture 2" descr="D:\safety house\simran\NEW PHOTOS\25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066801"/>
            <a:ext cx="3821289" cy="496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21310451">
            <a:off x="5903729" y="1904348"/>
            <a:ext cx="874965" cy="4217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2017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6" name="Picture 2" descr="D:\cam photos\new photos\kits\ammended\IMG_20151226_162043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19200"/>
            <a:ext cx="3887129" cy="36882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39624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US-ELEC-CABLE-KIT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yellow red 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MUCB Yellow lockout –  </a:t>
            </a:r>
            <a:r>
              <a:rPr lang="en-US" sz="1400" dirty="0"/>
              <a:t>1</a:t>
            </a:r>
            <a:r>
              <a:rPr lang="en-US" sz="1400" dirty="0" smtClean="0"/>
              <a:t>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H</a:t>
            </a:r>
            <a:r>
              <a:rPr lang="en-US" sz="1400" dirty="0"/>
              <a:t>andle Lockout – </a:t>
            </a:r>
            <a:r>
              <a:rPr lang="en-US" sz="1400" dirty="0" smtClean="0"/>
              <a:t>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Rack cover lockout – 1 pc  </a:t>
            </a:r>
          </a:p>
        </p:txBody>
      </p:sp>
      <p:pic>
        <p:nvPicPr>
          <p:cNvPr id="4098" name="Picture 2" descr="D:\JYOTI ACCOUNTS\JYOTI\02.01.2017\kit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6352" y="1219201"/>
            <a:ext cx="4559048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6306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28599" y="1350526"/>
            <a:ext cx="4800601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1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28599" y="1731526"/>
            <a:ext cx="4267201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3 Pc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 cable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6 hole hasp – 1 pc </a:t>
            </a:r>
          </a:p>
        </p:txBody>
      </p:sp>
      <p:pic>
        <p:nvPicPr>
          <p:cNvPr id="3074" name="Picture 2" descr="D:\JYOTI ACCOUNTS\JYOTI\KIT File\10-11-2016\kit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752601"/>
            <a:ext cx="4191000" cy="3429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5577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237595"/>
            <a:ext cx="4648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2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D:\Jyoti Account\10-11-2016\kit2.jpg"/>
          <p:cNvPicPr>
            <a:picLocks noChangeAspect="1" noChangeArrowheads="1"/>
          </p:cNvPicPr>
          <p:nvPr/>
        </p:nvPicPr>
        <p:blipFill>
          <a:blip r:embed="rId7" cstate="print"/>
          <a:srcRect l="-3525" t="3509" b="-1754"/>
          <a:stretch>
            <a:fillRect/>
          </a:stretch>
        </p:blipFill>
        <p:spPr bwMode="auto">
          <a:xfrm>
            <a:off x="4648200" y="1676400"/>
            <a:ext cx="4114800" cy="367162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304800" y="1618595"/>
            <a:ext cx="4114800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2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re color – 1 pc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Yellow Hasp –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lockout different model – 4 pc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2306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579126"/>
            <a:ext cx="4648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3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800" y="1960126"/>
            <a:ext cx="41148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red color  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red color – 3pc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Yellow Hasp – 1 pc </a:t>
            </a:r>
          </a:p>
        </p:txBody>
      </p:sp>
      <p:pic>
        <p:nvPicPr>
          <p:cNvPr id="2050" name="Picture 2" descr="D:\JYOTI ACCOUNTS\JYOTI\KIT File\10-11-2016\kit3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95400"/>
            <a:ext cx="40386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7352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1"/>
            <a:ext cx="4953001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4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04800" y="1524000"/>
            <a:ext cx="4114800" cy="16004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 color  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Dual Scissor 6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 </a:t>
            </a:r>
          </a:p>
        </p:txBody>
      </p:sp>
      <p:pic>
        <p:nvPicPr>
          <p:cNvPr id="1026" name="Picture 2" descr="D:\JYOTI ACCOUNTS\JYOTI\KIT File\10-11-2016\kit4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4266"/>
          <a:stretch/>
        </p:blipFill>
        <p:spPr bwMode="auto">
          <a:xfrm>
            <a:off x="4724401" y="1524000"/>
            <a:ext cx="4038600" cy="376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9020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52578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Yellow Electrical Kit Small - 5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04800" y="1524000"/>
            <a:ext cx="4191000" cy="16004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4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6 hole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– 1 pc </a:t>
            </a:r>
          </a:p>
        </p:txBody>
      </p:sp>
      <p:pic>
        <p:nvPicPr>
          <p:cNvPr id="5122" name="Picture 2" descr="D:\Jyoti Account\10-11-2016\kit5.jpg"/>
          <p:cNvPicPr>
            <a:picLocks noChangeAspect="1" noChangeArrowheads="1"/>
          </p:cNvPicPr>
          <p:nvPr/>
        </p:nvPicPr>
        <p:blipFill>
          <a:blip r:embed="rId6" cstate="print"/>
          <a:srcRect l="-6031" r="-8565"/>
          <a:stretch>
            <a:fillRect/>
          </a:stretch>
        </p:blipFill>
        <p:spPr bwMode="auto">
          <a:xfrm>
            <a:off x="4495800" y="1600200"/>
            <a:ext cx="4419600" cy="42672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0169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80999" y="1154668"/>
            <a:ext cx="4724399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US-STATION-ELEC-KIT-2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81000" y="1524000"/>
            <a:ext cx="41148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 station 6inch - 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 7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 Lockout padlock  Long shackle –  4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padlock  Regular shackle –4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Dielectric padlock – 2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hasp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hasp big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tag – 10 –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green tag – 2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Screw driver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Sign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Pin different color  – 3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Breaker lockout kit – 1Pc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</a:t>
            </a:r>
            <a:r>
              <a:rPr lang="en-US" sz="1400" dirty="0" err="1" smtClean="0"/>
              <a:t>transprent</a:t>
            </a:r>
            <a:r>
              <a:rPr lang="en-US" sz="1400" dirty="0" smtClean="0"/>
              <a:t> different modal – 3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Keyring</a:t>
            </a:r>
            <a:r>
              <a:rPr lang="en-US" sz="1400" dirty="0" smtClean="0"/>
              <a:t> different  color – 10 Pc </a:t>
            </a:r>
          </a:p>
        </p:txBody>
      </p:sp>
      <p:pic>
        <p:nvPicPr>
          <p:cNvPr id="1026" name="Picture 2" descr="G:\NEW PHOTOS\2.jpg"/>
          <p:cNvPicPr>
            <a:picLocks noChangeAspect="1" noChangeArrowheads="1"/>
          </p:cNvPicPr>
          <p:nvPr/>
        </p:nvPicPr>
        <p:blipFill rotWithShape="1">
          <a:blip r:embed="rId6" cstate="print"/>
          <a:srcRect l="15727" t="26032" r="6824" b="3284"/>
          <a:stretch/>
        </p:blipFill>
        <p:spPr bwMode="auto">
          <a:xfrm>
            <a:off x="4750130" y="1524000"/>
            <a:ext cx="4165270" cy="3819897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6474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US-Blue Pouch kit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  <a:endParaRPr lang="en-US" sz="1200" dirty="0"/>
          </a:p>
        </p:txBody>
      </p:sp>
      <p:pic>
        <p:nvPicPr>
          <p:cNvPr id="2050" name="Picture 2" descr="D:\cam photos\new photos\kits\ammended\IMG_20151226_163355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2195"/>
          <a:stretch>
            <a:fillRect/>
          </a:stretch>
        </p:blipFill>
        <p:spPr bwMode="auto">
          <a:xfrm>
            <a:off x="4724400" y="1295400"/>
            <a:ext cx="3721373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3611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 Waist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  <a:endParaRPr lang="en-US" sz="1200" dirty="0"/>
          </a:p>
        </p:txBody>
      </p:sp>
      <p:pic>
        <p:nvPicPr>
          <p:cNvPr id="3074" name="Picture 2" descr="D:\cam photos\new photos\kits\ammended\KIT 14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733800" cy="3644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9449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4196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US-Blue Waist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4098" name="Picture 2" descr="D:\cam photos\new photos\kits\ammended\kit 1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371600"/>
            <a:ext cx="37338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4102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 Waist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5122" name="Picture 2" descr="D:\cam photos\new photos\kits\ammended\kit 18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701143" cy="371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9735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 Waist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shackle – </a:t>
            </a:r>
            <a:r>
              <a:rPr lang="en-US" sz="1200" dirty="0"/>
              <a:t>2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6146" name="Picture 2" descr="D:\cam photos\new photos\kits\ammended\kit 2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861881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914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 Waist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7170" name="Picture 2" descr="D:\cam photos\new photos\kits\ammended\kit 2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886200" cy="386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9206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US-Blue Waist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  <a:endParaRPr lang="en-US" sz="1200" dirty="0"/>
          </a:p>
        </p:txBody>
      </p:sp>
      <p:pic>
        <p:nvPicPr>
          <p:cNvPr id="8194" name="Picture 2" descr="D:\cam photos\new photos\kits\ammended\kit 3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1" y="1371600"/>
            <a:ext cx="4025822" cy="346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2700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US-Black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7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  <a:endParaRPr lang="en-US" sz="1200" dirty="0"/>
          </a:p>
        </p:txBody>
      </p:sp>
      <p:pic>
        <p:nvPicPr>
          <p:cNvPr id="9218" name="Picture 2" descr="D:\cam photos\new photos\kits\ammended\kit 3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85122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6025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US-Red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0242" name="Picture 2" descr="D:\cam photos\new photos\kits\ammended\kit 3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95400"/>
            <a:ext cx="3733800" cy="393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9759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US-Blue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and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1266" name="Picture 2" descr="D:\cam photos\new photos\kits\ammended\kit 39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695700" cy="410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4948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US-Red pouch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smtClean="0"/>
              <a:t>Premier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and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2290" name="Picture 2" descr="D:\cam photos\new photos\kits\ammended\kit 44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886200" cy="415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623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US-EWP-KIT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 descr="Kit mechinical big.jpg"/>
          <p:cNvPicPr/>
          <p:nvPr/>
        </p:nvPicPr>
        <p:blipFill>
          <a:blip r:embed="rId6" r:link="rId7" cstate="print"/>
          <a:srcRect/>
          <a:stretch>
            <a:fillRect/>
          </a:stretch>
        </p:blipFill>
        <p:spPr bwMode="auto">
          <a:xfrm>
            <a:off x="5257800" y="1371601"/>
            <a:ext cx="3581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</a:t>
            </a:r>
            <a:endParaRPr lang="en-US" sz="1200" dirty="0"/>
          </a:p>
        </p:txBody>
      </p:sp>
      <p:pic>
        <p:nvPicPr>
          <p:cNvPr id="21" name="Picture 20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934200" y="2537773"/>
            <a:ext cx="762000" cy="30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0461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US-MCB-L-KIT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 descr="kit5.jpg"/>
          <p:cNvPicPr/>
          <p:nvPr/>
        </p:nvPicPr>
        <p:blipFill>
          <a:blip r:embed="rId6" r:link="rId7" cstate="print"/>
          <a:srcRect/>
          <a:stretch>
            <a:fillRect/>
          </a:stretch>
        </p:blipFill>
        <p:spPr bwMode="auto">
          <a:xfrm>
            <a:off x="4953000" y="1371600"/>
            <a:ext cx="3843337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4 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Regular shackle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/ LCB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 - Small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9122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US-PLUG-L-KIT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 descr="ELECTRICAL LOTO KIT.jpg"/>
          <p:cNvPicPr/>
          <p:nvPr/>
        </p:nvPicPr>
        <p:blipFill>
          <a:blip r:embed="rId6" r:link="rId7" cstate="print"/>
          <a:srcRect/>
          <a:stretch>
            <a:fillRect/>
          </a:stretch>
        </p:blipFill>
        <p:spPr bwMode="auto">
          <a:xfrm>
            <a:off x="5181601" y="1295400"/>
            <a:ext cx="3772193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624074">
            <a:off x="5437157" y="2195836"/>
            <a:ext cx="990600" cy="314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7470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US-ELEC-LOTO-KIT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 descr="K-ELEC kit.jpg"/>
          <p:cNvPicPr/>
          <p:nvPr/>
        </p:nvPicPr>
        <p:blipFill>
          <a:blip r:embed="rId6" r:link="rId7" cstate="print"/>
          <a:srcRect/>
          <a:stretch>
            <a:fillRect/>
          </a:stretch>
        </p:blipFill>
        <p:spPr bwMode="auto">
          <a:xfrm>
            <a:off x="5181601" y="1066800"/>
            <a:ext cx="3643311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</a:t>
            </a:r>
            <a:r>
              <a:rPr lang="en-US" sz="1200" smtClean="0"/>
              <a:t>1 pc</a:t>
            </a:r>
            <a:endParaRPr lang="en-US" sz="1200" dirty="0"/>
          </a:p>
        </p:txBody>
      </p:sp>
      <p:pic>
        <p:nvPicPr>
          <p:cNvPr id="21" name="Picture 20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308142">
            <a:off x="6553200" y="1828800"/>
            <a:ext cx="1066800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3775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US-LT-STATION-KIT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 descr="loto station kit.jpg"/>
          <p:cNvPicPr/>
          <p:nvPr/>
        </p:nvPicPr>
        <p:blipFill>
          <a:blip r:embed="rId6" r:link="rId7" cstate="print"/>
          <a:srcRect/>
          <a:stretch>
            <a:fillRect/>
          </a:stretch>
        </p:blipFill>
        <p:spPr bwMode="auto">
          <a:xfrm>
            <a:off x="5029200" y="1371600"/>
            <a:ext cx="3796496" cy="3606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Station- 1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Labels 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5829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US-ELEC-LOTO-KIT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 descr="Kit mechinical big copy.jpg"/>
          <p:cNvPicPr/>
          <p:nvPr/>
        </p:nvPicPr>
        <p:blipFill>
          <a:blip r:embed="rId6" r:link="rId7" cstate="print"/>
          <a:srcRect/>
          <a:stretch>
            <a:fillRect/>
          </a:stretch>
        </p:blipFill>
        <p:spPr bwMode="auto">
          <a:xfrm>
            <a:off x="4953000" y="1905000"/>
            <a:ext cx="37909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pcs.</a:t>
            </a:r>
            <a:endParaRPr lang="en-US" sz="1200" dirty="0"/>
          </a:p>
        </p:txBody>
      </p:sp>
      <p:pic>
        <p:nvPicPr>
          <p:cNvPr id="21" name="Picture 20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214279">
            <a:off x="6013293" y="2460884"/>
            <a:ext cx="1373684" cy="2063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7511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US-PB-LOTO-KIT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 descr="DSC01141.JP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76800" y="1295400"/>
            <a:ext cx="3867468" cy="396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Locks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–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Large –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1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6886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US-ESSN-LOTO-KIT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 descr="handy kit.jp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00600" y="1295400"/>
            <a:ext cx="4190999" cy="396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Transparent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219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US-MCB-SMALL-KIT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 descr="CIRCUIT BREAKER LOTO KIT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8201" y="1219200"/>
            <a:ext cx="4063478" cy="3581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Yellow Hasp – </a:t>
            </a:r>
            <a:r>
              <a:rPr lang="en-US" sz="1200" dirty="0"/>
              <a:t>2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867400" y="1611084"/>
            <a:ext cx="1066800" cy="609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3771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US-MCB-POUCH-KIT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 descr="kit 2.jp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24400" y="1143000"/>
            <a:ext cx="4267200" cy="3733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1 pc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5000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US-MCB-WPOUCH-KIT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 descr="kit3.jp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8200" y="1295400"/>
            <a:ext cx="426720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0054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US-PB-MED-LOTO-KIT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 descr="kit4.jp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8200" y="1295400"/>
            <a:ext cx="4181475" cy="3733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4163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6 holes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Round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Large – Round 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Locks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Labels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LOTO CD presentation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6319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US-LOTO-BASIC-KIT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 descr="K-LE-M-PB-Kit.jpg"/>
          <p:cNvPicPr/>
          <p:nvPr/>
        </p:nvPicPr>
        <p:blipFill>
          <a:blip r:embed="rId6" cstate="print"/>
          <a:srcRect l="1967"/>
          <a:stretch>
            <a:fillRect/>
          </a:stretch>
        </p:blipFill>
        <p:spPr>
          <a:xfrm>
            <a:off x="4800600" y="1143000"/>
            <a:ext cx="4114800" cy="411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553682">
            <a:off x="6324600" y="2209800"/>
            <a:ext cx="1066800" cy="609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662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US-LOTO-BASIC-KIT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pic>
        <p:nvPicPr>
          <p:cNvPr id="14" name="Picture 13" descr="bag 2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724400" y="1143000"/>
            <a:ext cx="3886199" cy="44355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9646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US-LOTO-WP-BASIC-KIT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 descr="K-LEWP KIT small.jp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8201" y="1371600"/>
            <a:ext cx="4201794" cy="403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7856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US-LOTO-WP-BASIC-KIT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pic>
        <p:nvPicPr>
          <p:cNvPr id="14" name="Picture 13" descr="20150429_105715.jpg"/>
          <p:cNvPicPr>
            <a:picLocks noChangeAspect="1"/>
          </p:cNvPicPr>
          <p:nvPr/>
        </p:nvPicPr>
        <p:blipFill>
          <a:blip r:embed="rId6" cstate="print"/>
          <a:srcRect l="2461" t="977"/>
          <a:stretch>
            <a:fillRect/>
          </a:stretch>
        </p:blipFill>
        <p:spPr>
          <a:xfrm>
            <a:off x="4800600" y="1143000"/>
            <a:ext cx="4038600" cy="41305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908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SH-MCB-LARGE-KIT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 descr="LOTO KIT.jp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24401" y="1447800"/>
            <a:ext cx="4108450" cy="396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78565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15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Padlocks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</a:t>
            </a:r>
            <a:r>
              <a:rPr lang="en-US" sz="1200" dirty="0" err="1" smtClean="0"/>
              <a:t>Lables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CD presentation – 1 pc</a:t>
            </a:r>
          </a:p>
        </p:txBody>
      </p:sp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6200000">
            <a:off x="4838700" y="1852386"/>
            <a:ext cx="1143000" cy="76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3847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US-LOTO-ELEC-BOX-S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Box–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err="1" smtClean="0"/>
              <a:t>Bigl</a:t>
            </a:r>
            <a:r>
              <a:rPr lang="en-US" sz="1200" dirty="0" smtClean="0"/>
              <a:t> </a:t>
            </a:r>
            <a:r>
              <a:rPr lang="en-US" sz="1200" dirty="0"/>
              <a:t>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different models - 3 pcs</a:t>
            </a:r>
          </a:p>
        </p:txBody>
      </p:sp>
      <p:pic>
        <p:nvPicPr>
          <p:cNvPr id="1026" name="Picture 2" descr="Description: cid:image002.jpg@01D0ED79.67765B6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95837" y="1371600"/>
            <a:ext cx="244316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Description: cid:image004.jpg@01D0ED79.67765B6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505200"/>
            <a:ext cx="3404507" cy="239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1608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US-LOTO-ELEC-BOX-L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9703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Box–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err="1" smtClean="0"/>
              <a:t>Bigl</a:t>
            </a:r>
            <a:r>
              <a:rPr lang="en-US" sz="1200" dirty="0" smtClean="0"/>
              <a:t> </a:t>
            </a:r>
            <a:r>
              <a:rPr lang="en-US" sz="1200" dirty="0"/>
              <a:t>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1 pc.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different models - 3 pcs</a:t>
            </a:r>
          </a:p>
        </p:txBody>
      </p:sp>
      <p:pic>
        <p:nvPicPr>
          <p:cNvPr id="2050" name="Picture 2" descr="Description: cid:image006.jpg@01D0ED79.67765B6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52600"/>
            <a:ext cx="28194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Description: cid:image002.jpg@01D0ED79.67765B6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19200"/>
            <a:ext cx="2133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9325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US-ELEC-LARGE-KIT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 descr="electrical LOTO products.jpg"/>
          <p:cNvPicPr/>
          <p:nvPr/>
        </p:nvPicPr>
        <p:blipFill>
          <a:blip r:embed="rId6" r:link="rId7" cstate="print"/>
          <a:srcRect/>
          <a:stretch>
            <a:fillRect/>
          </a:stretch>
        </p:blipFill>
        <p:spPr bwMode="auto">
          <a:xfrm>
            <a:off x="4648200" y="1143000"/>
            <a:ext cx="4267199" cy="4242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78565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Station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3652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192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US-ELEC-Box-KIT</a:t>
            </a:r>
            <a:endParaRPr lang="en-US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4114801" cy="34163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Gate Valve Lockout – 02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</a:t>
            </a:r>
            <a:r>
              <a:rPr lang="en-US" sz="1200" dirty="0"/>
              <a:t>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Large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Lockout Device–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Sign =- 1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Big Box</a:t>
            </a:r>
            <a:endParaRPr lang="en-US" sz="1200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2" descr="D:\cam photos\new photos\kits\ammended\IMG_20151228_170044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143000"/>
            <a:ext cx="40386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21147944">
            <a:off x="6498998" y="1825701"/>
            <a:ext cx="534162" cy="801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1817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19200"/>
            <a:ext cx="4267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US-Elect / MECH Mix Box-KIT</a:t>
            </a:r>
            <a:endParaRPr lang="en-US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</a:t>
            </a:r>
            <a:r>
              <a:rPr lang="en-US" sz="1200" dirty="0"/>
              <a:t>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Large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Long shackle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Lockout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Sign =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Big Box</a:t>
            </a:r>
            <a:endParaRPr lang="en-US" sz="1200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6" name="Picture 2" descr="D:\cam photos\new photos\kits\ammended\IMG_20151228_173950 copy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1" y="1371600"/>
            <a:ext cx="3918404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9045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51054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US-JUMBO-Kit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D:\Media Drive\jyoti\kit\Unztitled-1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5800" y="1524000"/>
            <a:ext cx="7696200" cy="4430816"/>
          </a:xfrm>
          <a:prstGeom prst="rect">
            <a:avLst/>
          </a:prstGeom>
          <a:noFill/>
        </p:spPr>
      </p:pic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962400" y="1981200"/>
            <a:ext cx="838200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5586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81000" y="1143000"/>
            <a:ext cx="41148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JUMBO Kit 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81001" y="1524000"/>
            <a:ext cx="4114800" cy="412420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Beg  Red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color – 10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different color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hasp 6 hole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 different model  – 10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 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Rack cover in round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MCCB lockout round upper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Breaker lockout kit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Book – 2 </a:t>
            </a:r>
            <a:r>
              <a:rPr lang="en-US" sz="1600" dirty="0" smtClean="0"/>
              <a:t>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EPL small Square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Lockout Register – 2 Pc </a:t>
            </a:r>
            <a:endParaRPr lang="en-US" sz="1600" dirty="0" smtClean="0"/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De – Electric yellow hasp –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EPL Small round  shape – 2 Pc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1524000"/>
            <a:ext cx="4191000" cy="39703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EPL  Large round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EPL Extra large square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</a:t>
            </a:r>
            <a:r>
              <a:rPr lang="en-US" sz="1400" dirty="0" err="1"/>
              <a:t>Keyring</a:t>
            </a:r>
            <a:r>
              <a:rPr lang="en-US" sz="1400" dirty="0"/>
              <a:t> – 21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MCCB large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Cylinder yellow color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Plug lockout large – 2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Mini pneumatic lockout device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Scaffolding  tag made of rewritable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Scaffolding tag holder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printed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Pin different color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medium size  – 20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</a:t>
            </a:r>
            <a:r>
              <a:rPr lang="en-US" sz="1400" dirty="0" err="1"/>
              <a:t>lrage</a:t>
            </a:r>
            <a:r>
              <a:rPr lang="en-US" sz="1400" dirty="0"/>
              <a:t> size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Handle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Tie bar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Push button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Big multipurpose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Hasp – 2 Pc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2737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28600" y="1143000"/>
            <a:ext cx="4648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US-STANDARD-ELECTRICAL KIT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 descr="G:\KITS\ELECTRICAL DEPARTMENT LOCKOUT TAGOUT KIT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19600" y="1752600"/>
            <a:ext cx="4550199" cy="403860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418576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Red 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color   – 6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6 hole hasp – 2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cable lockout- 2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Large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11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small- 2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Small square – 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 lockout big square –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Handel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yellow cylinder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 10 pc </a:t>
            </a:r>
          </a:p>
        </p:txBody>
      </p:sp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876802" y="2438400"/>
            <a:ext cx="1041400" cy="308610"/>
          </a:xfrm>
          <a:prstGeom prst="rect">
            <a:avLst/>
          </a:prstGeom>
        </p:spPr>
      </p:pic>
      <p:pic>
        <p:nvPicPr>
          <p:cNvPr id="11" name="Picture 10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452836" y="1781175"/>
            <a:ext cx="957364" cy="2381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2" name="Picture 11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82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216223"/>
            <a:ext cx="5257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US-ELEC-STATION-LARGE-KIT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G:\KITS\ELECTRICAL STATION KIT.jpg"/>
          <p:cNvPicPr>
            <a:picLocks noChangeAspect="1" noChangeArrowheads="1"/>
          </p:cNvPicPr>
          <p:nvPr/>
        </p:nvPicPr>
        <p:blipFill>
          <a:blip r:embed="rId6" cstate="print"/>
          <a:srcRect t="3428" r="1818"/>
          <a:stretch>
            <a:fillRect/>
          </a:stretch>
        </p:blipFill>
        <p:spPr bwMode="auto">
          <a:xfrm>
            <a:off x="304800" y="1600200"/>
            <a:ext cx="8229600" cy="42672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7" name="Picture 6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7718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0"/>
            <a:ext cx="426720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US-ELEC-STATION-LARGE-KIT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 Red  Station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long shackle </a:t>
            </a:r>
            <a:r>
              <a:rPr lang="en-US" sz="1400" dirty="0" err="1"/>
              <a:t>diffrent</a:t>
            </a:r>
            <a:r>
              <a:rPr lang="en-US" sz="1400" dirty="0"/>
              <a:t> color   – 6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Regular shackle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6 hole hasp – 2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Big Multipurpose cable lockout- 2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big hasp red color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Small hasp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</a:t>
            </a:r>
            <a:r>
              <a:rPr lang="en-US" sz="1400" dirty="0" err="1"/>
              <a:t>lable</a:t>
            </a:r>
            <a:r>
              <a:rPr lang="en-US" sz="1400" dirty="0"/>
              <a:t>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Round </a:t>
            </a:r>
            <a:r>
              <a:rPr lang="en-US" sz="1400" dirty="0" err="1"/>
              <a:t>cble</a:t>
            </a:r>
            <a:r>
              <a:rPr lang="en-US" sz="1400" dirty="0"/>
              <a:t> lockout  - 2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Pin different model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UCB different model – 11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Rack cover in round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small round- 1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Small square – 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big round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 lockout big square – 1 pc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00200"/>
            <a:ext cx="3962400" cy="31085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Large circuit breaker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Large circuit breaker lockout round upper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Book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Register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Bar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Push button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Scaffold  tag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Scaffold Tag holder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padlock Eye Buffer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small / large size -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Handle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Tie bar lockout - 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/>
              <a:t>Scissor cable lockout – 2 pc 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8" name="Picture 7" descr="unisafe 1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9660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0"/>
            <a:ext cx="4800599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Large Circuit Breaker Lockout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smtClean="0"/>
              <a:t>Yellow pouch - 1</a:t>
            </a:r>
            <a:endParaRPr lang="en-US" sz="1400" dirty="0" smtClean="0"/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different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Bravo lock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6 hole hasp – 2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big hasp red color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LCB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Book – 1 pc </a:t>
            </a:r>
            <a:endParaRPr lang="en-US" sz="1400" dirty="0"/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Bar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Keyring</a:t>
            </a:r>
            <a:r>
              <a:rPr lang="en-US" sz="1400" dirty="0" smtClean="0"/>
              <a:t> – 3 pc</a:t>
            </a:r>
          </a:p>
        </p:txBody>
      </p:sp>
      <p:pic>
        <p:nvPicPr>
          <p:cNvPr id="2050" name="Picture 2" descr="D:\JYOTI ACCOUNTS\JYOTI\02.01.2017\KIT YELLOW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4255" r="-1610"/>
          <a:stretch>
            <a:fillRect/>
          </a:stretch>
        </p:blipFill>
        <p:spPr bwMode="auto">
          <a:xfrm>
            <a:off x="4334756" y="1447800"/>
            <a:ext cx="4809244" cy="373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0800000" flipH="1" flipV="1">
            <a:off x="4791075" y="1704976"/>
            <a:ext cx="838200" cy="838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4005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43053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US-ELEC-LARGE-KIT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yellow red 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Yellow  lockout –  </a:t>
            </a:r>
            <a:r>
              <a:rPr lang="en-US" sz="1400" dirty="0"/>
              <a:t>1</a:t>
            </a:r>
            <a:r>
              <a:rPr lang="en-US" sz="1400" dirty="0" smtClean="0"/>
              <a:t>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handle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Rack cover lockout – 1 pc  </a:t>
            </a:r>
          </a:p>
        </p:txBody>
      </p:sp>
      <p:pic>
        <p:nvPicPr>
          <p:cNvPr id="4098" name="Picture 2" descr="D:\JYOTI ACCOUNTS\JYOTI\02.01.2017\kit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6352" y="1447801"/>
            <a:ext cx="4330448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1969166" flipH="1" flipV="1">
            <a:off x="5919957" y="2614683"/>
            <a:ext cx="808204" cy="808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31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4267201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US-HANDY-ELECTRICAL 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24622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small shackle – </a:t>
            </a:r>
            <a:r>
              <a:rPr lang="en-US" sz="1400" dirty="0"/>
              <a:t>1</a:t>
            </a:r>
            <a:r>
              <a:rPr lang="en-US" sz="1400" dirty="0" smtClean="0"/>
              <a:t>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Padlock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- 5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Tie Bar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Pin In / Out Type Lockout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Snap on Breaker Lockout – 1 pcs </a:t>
            </a:r>
          </a:p>
        </p:txBody>
      </p:sp>
      <p:pic>
        <p:nvPicPr>
          <p:cNvPr id="1026" name="Picture 2" descr="H:\29.12.2017\KIT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495800" cy="418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1957700" flipH="1" flipV="1">
            <a:off x="6165485" y="2621182"/>
            <a:ext cx="1066800" cy="106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0441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28600" y="1143000"/>
            <a:ext cx="43053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</a:t>
            </a:r>
            <a:r>
              <a:rPr lang="en-US" sz="1400" b="1" smtClean="0"/>
              <a:t>– US-ELECTRICIAN-LOTO-KIT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Yellow Pouch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Padlock 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- 7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Screw Driver  - 1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fuse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pcs </a:t>
            </a:r>
          </a:p>
        </p:txBody>
      </p:sp>
      <p:pic>
        <p:nvPicPr>
          <p:cNvPr id="2050" name="Picture 2" descr="H:\29.12.2017\KIT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752600"/>
            <a:ext cx="44958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234752" y="1924050"/>
            <a:ext cx="1143000" cy="152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3490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0"/>
            <a:ext cx="4800599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US-ELECTRICAL-PERSONAL-KIT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Belt Pouch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Padlock 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- 7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Screw Driver  - 1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fuse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Yellow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Handle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Push Button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Loto Book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Circuit Breaker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err="1" smtClean="0"/>
              <a:t>Rackout</a:t>
            </a:r>
            <a:r>
              <a:rPr lang="en-US" sz="1400" dirty="0" smtClean="0"/>
              <a:t> Cover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Pin Different model – 3 pcs </a:t>
            </a:r>
          </a:p>
        </p:txBody>
      </p:sp>
      <p:pic>
        <p:nvPicPr>
          <p:cNvPr id="3074" name="Picture 2" descr="H:\29.12.2017\KIT3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706678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21404667">
            <a:off x="6329862" y="2557690"/>
            <a:ext cx="1524000" cy="228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1261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2402</TotalTime>
  <Words>5834</Words>
  <Application>Microsoft Office PowerPoint</Application>
  <PresentationFormat>On-screen Show (4:3)</PresentationFormat>
  <Paragraphs>983</Paragraphs>
  <Slides>66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PRANEETH REDDY</dc:creator>
  <cp:lastModifiedBy>INDIAN</cp:lastModifiedBy>
  <cp:revision>245</cp:revision>
  <dcterms:created xsi:type="dcterms:W3CDTF">2006-08-16T00:00:00Z</dcterms:created>
  <dcterms:modified xsi:type="dcterms:W3CDTF">2020-08-17T13:43:20Z</dcterms:modified>
</cp:coreProperties>
</file>