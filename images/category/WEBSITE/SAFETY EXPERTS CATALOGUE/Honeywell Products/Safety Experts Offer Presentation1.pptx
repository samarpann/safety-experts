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288" cy="500221"/>
          </a:xfrm>
          <a:prstGeom prst="rect">
            <a:avLst/>
          </a:prstGeom>
        </p:spPr>
        <p:txBody>
          <a:bodyPr vert="horz" lIns="91466" tIns="45734" rIns="91466" bIns="45734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2288" y="1"/>
            <a:ext cx="2984287" cy="500221"/>
          </a:xfrm>
          <a:prstGeom prst="rect">
            <a:avLst/>
          </a:prstGeom>
        </p:spPr>
        <p:txBody>
          <a:bodyPr vert="horz" lIns="91466" tIns="45734" rIns="91466" bIns="45734" rtlCol="0"/>
          <a:lstStyle>
            <a:lvl1pPr algn="r">
              <a:defRPr sz="1200"/>
            </a:lvl1pPr>
          </a:lstStyle>
          <a:p>
            <a:fld id="{505F6364-C039-4420-B97F-DF8BC8A5D0C9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5316"/>
            <a:ext cx="2984288" cy="501809"/>
          </a:xfrm>
          <a:prstGeom prst="rect">
            <a:avLst/>
          </a:prstGeom>
        </p:spPr>
        <p:txBody>
          <a:bodyPr vert="horz" lIns="91466" tIns="45734" rIns="91466" bIns="45734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2288" y="9515316"/>
            <a:ext cx="2984287" cy="501809"/>
          </a:xfrm>
          <a:prstGeom prst="rect">
            <a:avLst/>
          </a:prstGeom>
        </p:spPr>
        <p:txBody>
          <a:bodyPr vert="horz" lIns="91466" tIns="45734" rIns="91466" bIns="45734" rtlCol="0" anchor="b"/>
          <a:lstStyle>
            <a:lvl1pPr algn="r">
              <a:defRPr sz="1200"/>
            </a:lvl1pPr>
          </a:lstStyle>
          <a:p>
            <a:fld id="{5A156A79-DBA2-4604-AB6F-537C0EBAAB0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0936"/>
          </a:xfrm>
          <a:prstGeom prst="rect">
            <a:avLst/>
          </a:prstGeom>
        </p:spPr>
        <p:txBody>
          <a:bodyPr vert="horz" lIns="96598" tIns="48299" rIns="96598" bIns="48299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0936"/>
          </a:xfrm>
          <a:prstGeom prst="rect">
            <a:avLst/>
          </a:prstGeom>
        </p:spPr>
        <p:txBody>
          <a:bodyPr vert="horz" lIns="96598" tIns="48299" rIns="96598" bIns="48299" rtlCol="0"/>
          <a:lstStyle>
            <a:lvl1pPr algn="r">
              <a:defRPr sz="1300"/>
            </a:lvl1pPr>
          </a:lstStyle>
          <a:p>
            <a:fld id="{091C1F88-60F0-49ED-A379-5E36772BAFA7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8" tIns="48299" rIns="96598" bIns="4829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598" tIns="48299" rIns="96598" bIns="4829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6039"/>
            <a:ext cx="2984871" cy="500936"/>
          </a:xfrm>
          <a:prstGeom prst="rect">
            <a:avLst/>
          </a:prstGeom>
        </p:spPr>
        <p:txBody>
          <a:bodyPr vert="horz" lIns="96598" tIns="48299" rIns="96598" bIns="48299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39"/>
            <a:ext cx="2984871" cy="500936"/>
          </a:xfrm>
          <a:prstGeom prst="rect">
            <a:avLst/>
          </a:prstGeom>
        </p:spPr>
        <p:txBody>
          <a:bodyPr vert="horz" lIns="96598" tIns="48299" rIns="96598" bIns="48299" rtlCol="0" anchor="b"/>
          <a:lstStyle>
            <a:lvl1pPr algn="r">
              <a:defRPr sz="1300"/>
            </a:lvl1pPr>
          </a:lstStyle>
          <a:p>
            <a:fld id="{8D813E3E-002E-4FC9-9117-263C224278B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813E3E-002E-4FC9-9117-263C224278B4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06B32-9F6C-4CEC-83C1-A03E0C8FB13A}" type="datetimeFigureOut">
              <a:rPr lang="en-US" smtClean="0"/>
              <a:pPr/>
              <a:t>3/14/2022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7EFBD-503C-4F93-B291-837F5AC904B7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jpe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mailto:rahulsakhuja@yahoo.com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jpeg"/><Relationship Id="rId7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mailto:rahulsakhuja@yahoo.com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mailto:rahulsakhuja@yahoo.com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mailto:rahulsakhuja@yahoo.com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ight Arrow 19"/>
          <p:cNvSpPr/>
          <p:nvPr/>
        </p:nvSpPr>
        <p:spPr>
          <a:xfrm rot="10800000">
            <a:off x="4993148" y="2820131"/>
            <a:ext cx="3857652" cy="5737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 descr="istockphoto-1173663739-170667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4" name="Picture 3" descr="LOGO DUM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Arrow 6"/>
          <p:cNvSpPr/>
          <p:nvPr/>
        </p:nvSpPr>
        <p:spPr>
          <a:xfrm>
            <a:off x="5342652" y="3185452"/>
            <a:ext cx="3857652" cy="5737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42908" y="54292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5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785216" y="290563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86314" y="32739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42844" y="3286124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Payment : 100% Against Performa Invoice</a:t>
            </a:r>
            <a:endParaRPr lang="en-IN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pic>
        <p:nvPicPr>
          <p:cNvPr id="17" name="Picture 16" descr="UNISAFE LOGO 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TextBox 18"/>
          <p:cNvSpPr txBox="1"/>
          <p:nvPr/>
        </p:nvSpPr>
        <p:spPr>
          <a:xfrm>
            <a:off x="2081194" y="5143512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22" name="Picture 21" descr="DFGJ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72206"/>
            <a:ext cx="9144000" cy="785794"/>
          </a:xfrm>
          <a:prstGeom prst="rect">
            <a:avLst/>
          </a:prstGeom>
        </p:spPr>
      </p:pic>
      <p:pic>
        <p:nvPicPr>
          <p:cNvPr id="23" name="Picture 22" descr="surgical-disposable-face-mask-250x2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694" y="56272"/>
            <a:ext cx="3357586" cy="2817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navy-blue-lab-coat-500x5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22" y="119056"/>
            <a:ext cx="3238506" cy="3309944"/>
          </a:xfrm>
          <a:prstGeom prst="rect">
            <a:avLst/>
          </a:prstGeom>
        </p:spPr>
      </p:pic>
      <p:pic>
        <p:nvPicPr>
          <p:cNvPr id="12" name="Picture 11" descr="COTTON LAB CO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-24"/>
            <a:ext cx="2786082" cy="3571900"/>
          </a:xfrm>
          <a:prstGeom prst="rect">
            <a:avLst/>
          </a:prstGeom>
        </p:spPr>
      </p:pic>
      <p:sp>
        <p:nvSpPr>
          <p:cNvPr id="16" name="Left-Up Arrow 15"/>
          <p:cNvSpPr/>
          <p:nvPr/>
        </p:nvSpPr>
        <p:spPr>
          <a:xfrm>
            <a:off x="-32" y="4814458"/>
            <a:ext cx="9144032" cy="1071570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LOGO DUM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42908" y="54292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5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  <p:pic>
        <p:nvPicPr>
          <p:cNvPr id="7" name="Picture 6" descr="UNISAFE LOGO 1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/>
          <p:cNvSpPr txBox="1"/>
          <p:nvPr/>
        </p:nvSpPr>
        <p:spPr>
          <a:xfrm>
            <a:off x="2081194" y="5143512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9" name="Picture 8" descr="DFGJ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72206"/>
            <a:ext cx="9144000" cy="785794"/>
          </a:xfrm>
          <a:prstGeom prst="rect">
            <a:avLst/>
          </a:prstGeom>
        </p:spPr>
      </p:pic>
      <p:pic>
        <p:nvPicPr>
          <p:cNvPr id="11" name="Picture 10" descr="DIS LAB CO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4" y="28100"/>
            <a:ext cx="3820058" cy="3400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57422" y="3488296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LAB COAT </a:t>
            </a:r>
            <a:endParaRPr lang="en-IN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929322" y="3429000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DISPOSABLE LAB COAT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/>
          <p:cNvSpPr/>
          <p:nvPr/>
        </p:nvSpPr>
        <p:spPr>
          <a:xfrm rot="10800000">
            <a:off x="4993148" y="2820131"/>
            <a:ext cx="3857652" cy="5737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4" name="Picture 3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10" name="Picture 9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Right Arrow 12"/>
          <p:cNvSpPr/>
          <p:nvPr/>
        </p:nvSpPr>
        <p:spPr>
          <a:xfrm>
            <a:off x="5343750" y="3172482"/>
            <a:ext cx="3857652" cy="573700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42844" y="3286124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Payment : 100% Against Performa Invoice</a:t>
            </a:r>
            <a:endParaRPr lang="en-IN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9" name="Picture 18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  <p:pic>
        <p:nvPicPr>
          <p:cNvPr id="21" name="Picture 20" descr="53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4942" y="61528"/>
            <a:ext cx="3581900" cy="2724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H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9" y="71414"/>
            <a:ext cx="3286149" cy="2904390"/>
          </a:xfrm>
          <a:prstGeom prst="rect">
            <a:avLst/>
          </a:prstGeom>
        </p:spPr>
      </p:pic>
      <p:sp>
        <p:nvSpPr>
          <p:cNvPr id="16" name="Curved Left Arrow 15"/>
          <p:cNvSpPr/>
          <p:nvPr/>
        </p:nvSpPr>
        <p:spPr>
          <a:xfrm>
            <a:off x="6082852" y="3286124"/>
            <a:ext cx="2776558" cy="121444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 rot="10800000">
            <a:off x="5214974" y="2843428"/>
            <a:ext cx="3071834" cy="114300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000496" cy="3347384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286380" y="2988230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500694" y="3429000"/>
            <a:ext cx="4500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*Offer Valid Till </a:t>
            </a:r>
            <a:r>
              <a:rPr lang="en-I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cs typeface="Segoe UI" pitchFamily="34" charset="0"/>
              </a:rPr>
              <a:t>Stock</a:t>
            </a:r>
            <a:r>
              <a:rPr lang="en-I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Lasts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5286380" y="4000504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7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42844" y="3286124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Payment : 100% Against Performa Invoice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H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3429024" cy="2981660"/>
          </a:xfrm>
          <a:prstGeom prst="rect">
            <a:avLst/>
          </a:prstGeom>
        </p:spPr>
      </p:pic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7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42844" y="3286124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Payment : 100% Against Performa Invoice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stockphoto-1173663739-17066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00430" cy="2928958"/>
          </a:xfrm>
          <a:prstGeom prst="rect">
            <a:avLst/>
          </a:prstGeom>
        </p:spPr>
      </p:pic>
      <p:pic>
        <p:nvPicPr>
          <p:cNvPr id="3" name="Picture 2" descr="LOGO DUM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429000"/>
            <a:ext cx="857257" cy="1785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42844" y="3286124"/>
            <a:ext cx="414340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72922" y="4358792"/>
            <a:ext cx="7042482" cy="10464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2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  <a:latin typeface="Segoe UI" pitchFamily="34" charset="0"/>
                <a:cs typeface="Segoe UI" pitchFamily="34" charset="0"/>
              </a:rPr>
              <a:t>SAFETY  EXPERTS</a:t>
            </a:r>
            <a:endParaRPr lang="en-US" sz="62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5715016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                     PH.: 011-23215050 , 011-43517483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86314" y="2922282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 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2844" y="2714620"/>
            <a:ext cx="450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*Offer Valid Till Stock Lasts</a:t>
            </a:r>
            <a:endParaRPr lang="en-IN" b="1" dirty="0"/>
          </a:p>
        </p:txBody>
      </p:sp>
      <p:pic>
        <p:nvPicPr>
          <p:cNvPr id="9" name="Picture 8" descr="UNISAFE LOGO 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214" y="4529804"/>
            <a:ext cx="1571636" cy="714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/>
          <p:cNvSpPr txBox="1"/>
          <p:nvPr/>
        </p:nvSpPr>
        <p:spPr>
          <a:xfrm>
            <a:off x="4786314" y="327727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b="1" dirty="0" smtClean="0"/>
              <a:t>QUANTITY :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14282" y="364331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Freight &amp; Forwarding Charges Extra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247662" y="5169300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   4614-15, GALI SHAHTARA, AJMERI GATE, DELHI - 110006</a:t>
            </a:r>
            <a:endParaRPr lang="en-IN" b="1" dirty="0"/>
          </a:p>
        </p:txBody>
      </p:sp>
      <p:pic>
        <p:nvPicPr>
          <p:cNvPr id="13" name="Picture 12" descr="DFGJ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4" y="6041722"/>
            <a:ext cx="8929718" cy="7857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0098" y="54463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Email : </a:t>
            </a:r>
            <a:r>
              <a:rPr lang="en-IN" b="1" dirty="0" smtClean="0">
                <a:hlinkClick r:id="rId6"/>
              </a:rPr>
              <a:t>rahulsakhuja@yahoo.com</a:t>
            </a:r>
            <a:r>
              <a:rPr lang="en-IN" b="1" dirty="0" smtClean="0"/>
              <a:t>  M: 9811048483,9310048434 / www.safetyexperts.in 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491</Words>
  <Application>Microsoft Office PowerPoint</Application>
  <PresentationFormat>On-screen Show (4:3)</PresentationFormat>
  <Paragraphs>99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rahul</dc:creator>
  <cp:lastModifiedBy>rahul</cp:lastModifiedBy>
  <cp:revision>91</cp:revision>
  <dcterms:created xsi:type="dcterms:W3CDTF">2022-02-15T07:01:27Z</dcterms:created>
  <dcterms:modified xsi:type="dcterms:W3CDTF">2022-03-14T10:04:40Z</dcterms:modified>
</cp:coreProperties>
</file>